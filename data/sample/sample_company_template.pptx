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gif" ContentType="image/gif"/>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180066cdaa494e" /><Relationship Type="http://schemas.openxmlformats.org/officeDocument/2006/relationships/extended-properties" Target="/docProps/app.xml" Id="R00d2f47174ca49e1" /><Relationship Type="http://schemas.openxmlformats.org/officeDocument/2006/relationships/officeDocument" Target="/ppt/presentation.xml" Id="R9b12eb30648f4026" /></Relationships>
</file>

<file path=ppt/presentation.xml><?xml version="1.0" encoding="utf-8"?>
<p:presentation xmlns:p="http://schemas.openxmlformats.org/presentationml/2006/main">
  <p:sldMasterIdLst>
    <p:sldMasterId xmlns:r="http://schemas.openxmlformats.org/officeDocument/2006/relationships" id="2147483648" r:id="R2034cdabeea14a83"/>
    <p:sldMasterId xmlns:r="http://schemas.openxmlformats.org/officeDocument/2006/relationships" id="2147483674" r:id="R250e3d8a9bc14221"/>
  </p:sldMasterIdLst>
  <p:notesMasterIdLst>
    <p:notesMasterId xmlns:r="http://schemas.openxmlformats.org/officeDocument/2006/relationships" r:id="Ra88c29203a0247b3"/>
  </p:notesMasterIdLst>
  <p:sldIdLst>
    <p:sldId xmlns:r="http://schemas.openxmlformats.org/officeDocument/2006/relationships" id="256" r:id="Raac77484982b44eb"/>
    <p:sldId xmlns:r="http://schemas.openxmlformats.org/officeDocument/2006/relationships" id="257" r:id="R2d193f5050d344b0"/>
    <p:sldId xmlns:r="http://schemas.openxmlformats.org/officeDocument/2006/relationships" id="258" r:id="R143b3769cc0b4f2c"/>
    <p:sldId xmlns:r="http://schemas.openxmlformats.org/officeDocument/2006/relationships" id="259" r:id="R6fa639b397dc4844"/>
    <p:sldId xmlns:r="http://schemas.openxmlformats.org/officeDocument/2006/relationships" id="260" r:id="R32439c8715c94168"/>
    <p:sldId xmlns:r="http://schemas.openxmlformats.org/officeDocument/2006/relationships" id="261" r:id="R6f182477110d4365"/>
    <p:sldId xmlns:r="http://schemas.openxmlformats.org/officeDocument/2006/relationships" id="262" r:id="R9468da8beb6c44cd"/>
    <p:sldId xmlns:r="http://schemas.openxmlformats.org/officeDocument/2006/relationships" id="263" r:id="R701e913a56ef4b26"/>
    <p:sldId xmlns:r="http://schemas.openxmlformats.org/officeDocument/2006/relationships" id="264" r:id="R5ba210cf43fd4863"/>
    <p:sldId xmlns:r="http://schemas.openxmlformats.org/officeDocument/2006/relationships" id="265" r:id="R96a8303a4dc940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F7E5F81B-B57D-4800-8E8F-8E96741CC982}" styleName="Mettler Toledo &gt; Green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512FF0-2B18-46AF-9A1B-3A70A708474B}" styleName="Mettler Toledo &gt; Green Tab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4661f9006c542bd" /><Relationship Type="http://schemas.openxmlformats.org/officeDocument/2006/relationships/slideMaster" Target="/ppt/slideMasters/slideMaster1.xml" Id="R2034cdabeea14a83" /><Relationship Type="http://schemas.openxmlformats.org/officeDocument/2006/relationships/slideMaster" Target="/ppt/slideMasters/slideMaster2.xml" Id="R250e3d8a9bc14221" /><Relationship Type="http://schemas.openxmlformats.org/officeDocument/2006/relationships/notesMaster" Target="/ppt/notesMasters/notesMaster1.xml" Id="Ra88c29203a0247b3" /><Relationship Type="http://schemas.openxmlformats.org/officeDocument/2006/relationships/presProps" Target="/ppt/presProps.xml" Id="R5967864c44054e2c" /><Relationship Type="http://schemas.openxmlformats.org/officeDocument/2006/relationships/viewProps" Target="/ppt/viewProps.xml" Id="R10c03114bd9c46c9" /><Relationship Type="http://schemas.openxmlformats.org/officeDocument/2006/relationships/tableStyles" Target="/ppt/tableStyles.xml" Id="Rbc4789bb0a1a40c5" /><Relationship Type="http://schemas.openxmlformats.org/officeDocument/2006/relationships/slide" Target="/ppt/slides/slide1.xml" Id="Raac77484982b44eb" /><Relationship Type="http://schemas.openxmlformats.org/officeDocument/2006/relationships/slide" Target="/ppt/slides/slide2.xml" Id="R2d193f5050d344b0" /><Relationship Type="http://schemas.openxmlformats.org/officeDocument/2006/relationships/slide" Target="/ppt/slides/slide3.xml" Id="R143b3769cc0b4f2c" /><Relationship Type="http://schemas.openxmlformats.org/officeDocument/2006/relationships/slide" Target="/ppt/slides/slide4.xml" Id="R6fa639b397dc4844" /><Relationship Type="http://schemas.openxmlformats.org/officeDocument/2006/relationships/slide" Target="/ppt/slides/slide5.xml" Id="R32439c8715c94168" /><Relationship Type="http://schemas.openxmlformats.org/officeDocument/2006/relationships/slide" Target="/ppt/slides/slide6.xml" Id="R6f182477110d4365" /><Relationship Type="http://schemas.openxmlformats.org/officeDocument/2006/relationships/slide" Target="/ppt/slides/slide7.xml" Id="R9468da8beb6c44cd" /><Relationship Type="http://schemas.openxmlformats.org/officeDocument/2006/relationships/slide" Target="/ppt/slides/slide8.xml" Id="R701e913a56ef4b26" /><Relationship Type="http://schemas.openxmlformats.org/officeDocument/2006/relationships/slide" Target="/ppt/slides/slide9.xml" Id="R5ba210cf43fd4863" /><Relationship Type="http://schemas.openxmlformats.org/officeDocument/2006/relationships/slide" Target="/ppt/slides/slide10.xml" Id="R96a8303a4dc940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7c48a790da546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Blank Final 2023-03-23">
  <a:themeElements>
    <a:clrScheme name="METTLER TOLEDO">
      <a:dk1>
        <a:srgbClr val="004696"/>
      </a:dk1>
      <a:lt1>
        <a:srgbClr val="FFFFFF"/>
      </a:lt1>
      <a:dk2>
        <a:srgbClr val="FFFFFF"/>
      </a:dk2>
      <a:lt2>
        <a:srgbClr val="3399FF"/>
      </a:lt2>
      <a:accent1>
        <a:srgbClr val="56A410"/>
      </a:accent1>
      <a:accent2>
        <a:srgbClr val="004696"/>
      </a:accent2>
      <a:accent3>
        <a:srgbClr val="3399FF"/>
      </a:accent3>
      <a:accent4>
        <a:srgbClr val="97CBFF"/>
      </a:accent4>
      <a:accent5>
        <a:srgbClr val="BEF38E"/>
      </a:accent5>
      <a:accent6>
        <a:srgbClr val="E69400"/>
      </a:accent6>
      <a:hlink>
        <a:srgbClr val="004696"/>
      </a:hlink>
      <a:folHlink>
        <a:srgbClr val="97CBFF"/>
      </a:folHlink>
    </a:clrScheme>
    <a:fontScheme name="Arial-Font">
      <a:majorFont>
        <a:latin typeface="Arial"/>
        <a:ea typeface=""/>
        <a:cs typeface=""/>
      </a:majorFont>
      <a:minorFont>
        <a:latin typeface="Arial"/>
        <a:ea typeface=""/>
        <a:cs typeface=""/>
      </a:minorFont>
    </a:fontScheme>
    <a:fmtScheme name="METTLER TOLEDO">
      <a:fillStyleLst>
        <a:solidFill>
          <a:schemeClr val="phClr"/>
        </a:solidFill>
        <a:solidFill>
          <a:schemeClr val="phClr"/>
        </a:solidFill>
        <a:gradFill>
          <a:gsLst>
            <a:gs pos="0">
              <a:schemeClr val="phClr">
                <a:tint val="100000"/>
                <a:shade val="50000"/>
                <a:satMod val="130000"/>
              </a:schemeClr>
            </a:gs>
            <a:gs pos="80000">
              <a:schemeClr val="phClr">
                <a:tint val="100000"/>
                <a:shade val="90000"/>
                <a:satMod val="130000"/>
                <a:alpha val="100000"/>
              </a:schemeClr>
            </a:gs>
            <a:gs pos="100000">
              <a:schemeClr val="phClr">
                <a:tint val="100000"/>
                <a:shade val="100000"/>
                <a:satMod val="130000"/>
                <a:alpha val="100000"/>
              </a:schemeClr>
            </a:gs>
          </a:gsLst>
          <a:lin ang="16200000" scaled="1"/>
        </a:gradFill>
      </a:fillStyleLst>
      <a:lnStyleLst>
        <a:ln w="6350">
          <a:solidFill>
            <a:schemeClr val="phClr">
              <a:satMod val="150000"/>
            </a:schemeClr>
          </a:solidFill>
          <a:prstDash val="solid"/>
        </a:ln>
        <a:ln w="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40005" dist="25400" dir="5400000" algn="bl"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30e730c2284a56" /><Relationship Type="http://schemas.openxmlformats.org/officeDocument/2006/relationships/notesMaster" Target="/ppt/notesMasters/notesMaster1.xml" Id="R46745fc4de5144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eeac62bb084b3b" /><Relationship Type="http://schemas.openxmlformats.org/officeDocument/2006/relationships/notesMaster" Target="/ppt/notesMasters/notesMaster1.xml" Id="R388d6e5fd8ec4a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29d502557942dd" /><Relationship Type="http://schemas.openxmlformats.org/officeDocument/2006/relationships/notesMaster" Target="/ppt/notesMasters/notesMaster1.xml" Id="Rc27b9c837b30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786b5b2dd2457a" /><Relationship Type="http://schemas.openxmlformats.org/officeDocument/2006/relationships/notesMaster" Target="/ppt/notesMasters/notesMaster1.xml" Id="R406e025ace1342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ffbc665c844790" /><Relationship Type="http://schemas.openxmlformats.org/officeDocument/2006/relationships/notesMaster" Target="/ppt/notesMasters/notesMaster1.xml" Id="R279ccd2478ed4f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5856a736934d3f" /><Relationship Type="http://schemas.openxmlformats.org/officeDocument/2006/relationships/notesMaster" Target="/ppt/notesMasters/notesMaster1.xml" Id="R5bffca579f9641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174fb6becb4ee4" /><Relationship Type="http://schemas.openxmlformats.org/officeDocument/2006/relationships/notesMaster" Target="/ppt/notesMasters/notesMaster1.xml" Id="R3211a42efbf948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7ebdc5f4c241a8" /><Relationship Type="http://schemas.openxmlformats.org/officeDocument/2006/relationships/notesMaster" Target="/ppt/notesMasters/notesMaster1.xml" Id="Rdd3f81474f6447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f7ec406fe84942" /><Relationship Type="http://schemas.openxmlformats.org/officeDocument/2006/relationships/notesMaster" Target="/ppt/notesMasters/notesMaster1.xml" Id="R9e51e75367c04f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6fbb37a3c34098" /><Relationship Type="http://schemas.openxmlformats.org/officeDocument/2006/relationships/notesMaster" Target="/ppt/notesMasters/notesMaster1.xml" Id="R602cf091a1554d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用户提供的《梅特勒托利多报价书-三菱.pdf》：客户名称、项目名称与报价日期。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本演示文稿第 3 至 10 页：目录结构。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两台设备及安装的基础报价为五十二万一千八百元，两项井道整改附加费用为六万一千元，预计总投入为五十八万二千八百元。需要特别确认的是，报价书第六页标题为二零二五公斤，但正文载重写为一千六百公斤，与技术规格页不一致。建议签约前由供应商书面确认载重、轿厢尺寸和整改口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基础报价中，LEHY-III-S 为二十二万三千八百元，LEHY-PRO 为二十九万八千元；一千六百公斤和二零二五公斤方案的整改费用分别为三万二千元和两万九千元。基础报价包含设备与安装、井道照明、钢牛腿、质保期保养和政府验收。整改费用来自报价书附件二，建议在合同中单列，并确认其税费口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一号梯采用 LEHY-III-S，载重一千六百公斤，轿厢尺寸为两千乘一千七百乘两千六百毫米，报价二十二万三千八百元，整改附加三万二千元，定位为标准型小机房电梯。二号梯采用 LEHY-PRO，载重二零二五公斤，轿厢尺寸为一千六百乘两千六百乘两千六百毫米，报价二十九万八千元，整改附加两万九千元，配置重点是安全、智能、舒适和节能升级。两套方案均为每秒一点零米、四层四站五门，并采用一千二百乘两千三百毫米中分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两套方案均需针对原三千九百乘三千三百毫米货梯井道进行整改，附加费用合计六万一千元。一千六百公斤方案包括增加二十号槽钢圈梁、一楼门侧地坎与门过梁槽钢、机房开孔、门洞封堵和无线五方通话。二零二五公斤方案包括增加二十号槽钢圈梁、机房重新开孔、门洞部分封堵和无线五方通话，但其正文载重表述仍需澄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两台电梯的共同规格包括每秒一点零米、开门尺寸一千二百乘两千三百毫米、四层四站五门、主层站一楼、操作方式一梯两侧并联呼梯，以及三百八十伏五十赫兹电源。主要差异是 LEHY-III-S 载重一千六百公斤，轿厢更宽；LEHY-PRO 载重二零二五公斤，轿厢更深。装潢口径为 ZCL-SS07S 天花、不锈钢厅门和 PVC 拼花地板。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设备款按百分之三十预付款和百分之七十提货前尾款支付，安装款按百分之五十进场前付款和百分之五十政府验收后付款。合同、技术规格和图纸确认且预付款到账后，交货周期为三十天。免费保修期为一年，但不超过交货后十八个月，并提供二十四小时应急服务；报价有效期三个月，交货地点为上海市闵行区江川路八百一十一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LEHY-Pro 的升级价值主要体现在安全、智能、舒适和节能四个方面，包括三十余项安全功能、SIL3、智能诊断、高密度光幕、远程监视、群控和去向分配系统。舒适性配置包括滚轮导靴、抱闸消音、门刀阻尼和照明升级，能量回馈功能宣称可节省约百分之三十电能。LEHY-III-S 则提供二十多项安全功能、永磁同步曳引机、智能门机和 LED 节能技术；报价书还提供了二十八点六寸触摸屏操纵箱及节能认证相关资料。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签约前需要完成三项澄清：确认第六页的载重表述，明确六万一千元附加费的合同归属和税费口径，并锁定开孔、封堵、槽钢和无线五方通话的施工责任。下一步先由技术人员与供应商联合复核载重、轿厢和井道图纸，再取得最终报价、费用范围和商务条款的书面澄清。图纸、付款节点和验收边界写入合同附件后，再进入合同审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ed9550e749441a" /><Relationship Type="http://schemas.openxmlformats.org/officeDocument/2006/relationships/image" Target="/ppt/media/image.png" Id="Ra289afef54f747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c2c3fff4bf442d" /><Relationship Type="http://schemas.openxmlformats.org/officeDocument/2006/relationships/image" Target="/ppt/media/image.png" Id="Rcaa988ff87ce4f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5642eb22104626" /><Relationship Type="http://schemas.openxmlformats.org/officeDocument/2006/relationships/image" Target="/ppt/media/image.png" Id="R520bb1c54d2d41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893a6c105444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4b3f87e0ce4f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577b66fb9447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0254a58bc3f422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ad781033abb43e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4d7a0a5de174ba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07e69ca80be447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3967d422ec3433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fbf2bcc6caa460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73f5b942033c413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aa3867aa6f44cf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7632fac831aa449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ad41d458dc8d4258"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9f296afbb324788"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61395d6075f748e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af628e4c4a8844c8"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f2b5bd0de4c24e13"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c71647e99b84aef"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bbd2d5f2a1864dcd"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0bf99896d59144ac"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fb9c8837685a4e8b"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f956589d2a434b0f"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2a40d24927504047" /><Relationship Type="http://schemas.openxmlformats.org/officeDocument/2006/relationships/image" Target="/ppt/media/image2.png" Id="Rdfaf4270d24043d3"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0bcaf4cd31924b20"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f490757f63794a0c"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d95995be624a4e42"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87e64c4449284b12"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6f79e0b31be04126" /></Relationships>
</file>

<file path=ppt/slideLayouts/slideLayout1.xml><?xml version="1.0" encoding="utf-8"?>
<p:sldLayout xmlns:p="http://schemas.openxmlformats.org/presentationml/2006/main" showMasterSp="0" preserve="1" userDrawn="1">
  <p:cSld name="MT: Cover Page">
    <p:spTree>
      <p:nvGrpSpPr>
        <p:cNvPr id="1" name=""/>
        <p:cNvGrpSpPr/>
        <p:nvPr/>
      </p:nvGrpSpPr>
      <p:grpSpPr>
        <a:xfrm xmlns:a="http://schemas.openxmlformats.org/drawingml/2006/main"/>
      </p:grpSpPr>
      <p:sp>
        <p:nvSpPr>
          <p:cNvPr id="11" name="Bildplatzhalter 10">
            <a:extLst xmlns:a="http://schemas.openxmlformats.org/drawingml/2006/main">
              <a:ext uri="{FF2B5EF4-FFF2-40B4-BE49-F238E27FC236}">
                <a16:creationId xmlns:a16="http://schemas.microsoft.com/office/drawing/2014/main" id="{06B06131-9925-4E25-B03B-FF0C633A4408}"/>
              </a:ext>
            </a:extLst>
          </p:cNvPr>
          <p:cNvSpPr>
            <a:spLocks xmlns:a="http://schemas.openxmlformats.org/drawingml/2006/main" noGrp="1"/>
          </p:cNvSpPr>
          <p:nvPr>
            <p:ph type="pic" idx="10" hasCustomPrompt="1"/>
          </p:nvPr>
        </p:nvSpPr>
        <p:spPr>
          <a:xfrm xmlns:a="http://schemas.openxmlformats.org/drawingml/2006/main">
            <a:off x="3215680" y="0"/>
            <a:ext cx="8976320" cy="2636838"/>
          </a:xfrm>
          <a:prstGeom xmlns:a="http://schemas.openxmlformats.org/drawingml/2006/main" prst="rect">
            <a:avLst/>
          </a:prstGeom>
          <a:solidFill xmlns:a="http://schemas.openxmlformats.org/drawingml/2006/main">
            <a:schemeClr val="tx2"/>
          </a:solidFill>
          <a:effectLst xmlns:a="http://schemas.openxmlformats.org/drawingml/2006/main">
            <a:outerShdw blurRad="50800" dist="38100" dir="2700000" algn="tl" rotWithShape="0">
              <a:prstClr val="black">
                <a:alpha val="40000"/>
              </a:prstClr>
            </a:outerShdw>
          </a:effectLst>
        </p:spPr>
        <p:txBody>
          <a:bodyPr xmlns:a="http://schemas.openxmlformats.org/drawingml/2006/main" tIns="576000"/>
          <a:lstStyle xmlns:a="http://schemas.openxmlformats.org/drawingml/2006/main">
            <a:lvl1pPr marL="0" indent="0" algn="ctr">
              <a:buNone/>
              <a:defRPr>
                <a:solidFill>
                  <a:schemeClr val="tx1"/>
                </a:solidFill>
              </a:defRPr>
            </a:lvl1pPr>
          </a:lstStyle>
          <a:p xmlns:a="http://schemas.openxmlformats.org/drawingml/2006/main">
            <a:r>
              <a:t>Click </a:t>
            </a:r>
            <a:r>
              <a:t>to</a:t>
            </a:r>
            <a:r>
              <a:t> </a:t>
            </a:r>
            <a:r>
              <a:t>add</a:t>
            </a:r>
            <a:r>
              <a:t> </a:t>
            </a:r>
            <a:r>
              <a:t>picture</a:t>
            </a:r>
            <a:r>
              <a:t>…</a:t>
            </a:r>
          </a:p>
        </p:txBody>
      </p:sp>
      <p:sp>
        <p:nvSpPr>
          <p:cNvPr id="6" name="Rectangle 37">
            <a:extLst xmlns:a="http://schemas.openxmlformats.org/drawingml/2006/main">
              <a:ext uri="{FF2B5EF4-FFF2-40B4-BE49-F238E27FC236}">
                <a16:creationId xmlns:a16="http://schemas.microsoft.com/office/drawing/2014/main" id="{E7CE5474-4CB4-4BB9-A20A-59A492C4B1F1}"/>
              </a:ext>
            </a:extLst>
          </p:cNvPr>
          <p:cNvSpPr>
            <a:spLocks xmlns:a="http://schemas.openxmlformats.org/drawingml/2006/main" noGrp="1"/>
          </p:cNvSpPr>
          <p:nvPr/>
        </p:nvSpPr>
        <p:spPr>
          <a:xfrm xmlns:a="http://schemas.openxmlformats.org/drawingml/2006/main">
            <a:off x="-1" y="0"/>
            <a:ext cx="3215681" cy="6166022"/>
          </a:xfrm>
          <a:prstGeom xmlns:a="http://schemas.openxmlformats.org/drawingml/2006/main" prst="rect">
            <a:avLst/>
          </a:prstGeom>
          <a:gradFill xmlns:a="http://schemas.openxmlformats.org/drawingml/2006/main" rotWithShape="0">
            <a:gsLst>
              <a:gs pos="0">
                <a:schemeClr val="tx1"/>
              </a:gs>
              <a:gs pos="98000">
                <a:schemeClr val="bg1"/>
              </a:gs>
              <a:gs pos="58000">
                <a:schemeClr val="bg2"/>
              </a:gs>
            </a:gsLst>
            <a:lin ang="5400000" scaled="1"/>
          </a:gradFill>
          <a:ln xmlns:a="http://schemas.openxmlformats.org/drawingml/2006/main">
            <a:noFill/>
          </a:ln>
        </p:spPr>
        <p:txBody>
          <a:bodyPr xmlns:a="http://schemas.openxmlformats.org/drawingml/2006/main" wrap="none" lIns="0" tIns="0" rIns="72000" bIns="0" anchor="ctr"/>
          <a:lstStyle xmlns:a="http://schemas.openxmlformats.org/drawingml/2006/main"/>
          <a:p xmlns:a="http://schemas.openxmlformats.org/drawingml/2006/main">
            <a:pPr algn="ctr">
              <a:buNone/>
            </a:pPr>
          </a:p>
        </p:txBody>
      </p:sp>
      <p:sp>
        <p:nvSpPr>
          <p:cNvPr id="2" name="Titel">
            <a:extLst xmlns:a="http://schemas.openxmlformats.org/drawingml/2006/main">
              <a:ext uri="{FF2B5EF4-FFF2-40B4-BE49-F238E27FC236}">
                <a16:creationId xmlns:a16="http://schemas.microsoft.com/office/drawing/2014/main" id="{78E23DE4-609A-4171-A6F7-2E9D649CEB11}"/>
              </a:ext>
            </a:extLst>
          </p:cNvPr>
          <p:cNvSpPr>
            <a:spLocks xmlns:a="http://schemas.openxmlformats.org/drawingml/2006/main" noGrp="1"/>
          </p:cNvSpPr>
          <p:nvPr>
            <p:ph type="ctrTitle" idx="0" hasCustomPrompt="1"/>
          </p:nvPr>
        </p:nvSpPr>
        <p:spPr>
          <a:xfrm xmlns:a="http://schemas.openxmlformats.org/drawingml/2006/main">
            <a:off x="3599723" y="2852936"/>
            <a:ext cx="8266827" cy="597686"/>
          </a:xfrm>
        </p:spPr>
        <p:txBody>
          <a:bodyPr xmlns:a="http://schemas.openxmlformats.org/drawingml/2006/main" anchor="b"/>
          <a:lstStyle xmlns:a="http://schemas.openxmlformats.org/drawingml/2006/main">
            <a:lvl1pPr algn="l">
              <a:lnSpc>
                <a:spcPts val="3000"/>
              </a:lnSpc>
              <a:buNone/>
              <a:defRPr sz="3200" b="1">
                <a:solidFill>
                  <a:schemeClr val="tx1"/>
                </a:solidFill>
              </a:defRPr>
            </a:lvl1pPr>
          </a:lstStyle>
          <a:p xmlns:a="http://schemas.openxmlformats.org/drawingml/2006/main">
            <a:r>
              <a:t>Click to add title…</a:t>
            </a:r>
          </a:p>
        </p:txBody>
      </p:sp>
      <p:sp>
        <p:nvSpPr>
          <p:cNvPr id="3" name="Untertitel">
            <a:extLst xmlns:a="http://schemas.openxmlformats.org/drawingml/2006/main">
              <a:ext uri="{FF2B5EF4-FFF2-40B4-BE49-F238E27FC236}">
                <a16:creationId xmlns:a16="http://schemas.microsoft.com/office/drawing/2014/main" id="{BABAF3E8-2FDF-469C-A2F4-6144B4A5428B}"/>
              </a:ext>
            </a:extLst>
          </p:cNvPr>
          <p:cNvSpPr>
            <a:spLocks xmlns:a="http://schemas.openxmlformats.org/drawingml/2006/main" noGrp="1"/>
          </p:cNvSpPr>
          <p:nvPr>
            <p:ph type="subTitle" idx="1" hasCustomPrompt="1"/>
          </p:nvPr>
        </p:nvSpPr>
        <p:spPr>
          <a:xfrm xmlns:a="http://schemas.openxmlformats.org/drawingml/2006/main">
            <a:off x="520789" y="1988841"/>
            <a:ext cx="2621749" cy="692581"/>
          </a:xfrm>
        </p:spPr>
        <p:txBody>
          <a:bodyPr xmlns:a="http://schemas.openxmlformats.org/drawingml/2006/main" rIns="72000" anchor="b"/>
          <a:lstStyle xmlns:a="http://schemas.openxmlformats.org/drawingml/2006/main">
            <a:lvl1pPr marL="0" indent="0" algn="l">
              <a:spcBef>
                <a:spcPts val="0"/>
              </a:spcBef>
              <a:spcAft>
                <a:spcPts val="0"/>
              </a:spcAft>
              <a:buNone/>
              <a:defRPr sz="1600" baseline="0">
                <a:solidFill>
                  <a:schemeClr val="bg1"/>
                </a:solidFill>
              </a:defRPr>
            </a:lvl1pPr>
          </a:lstStyle>
          <a:p xmlns:a="http://schemas.openxmlformats.org/drawingml/2006/main">
            <a:pPr lvl="0">
              <a:buNone/>
            </a:pPr>
            <a:r>
              <a:t>Click to add place,</a:t>
            </a:r>
            <a:br/>
            <a:r>
              <a:t>date/author</a:t>
            </a:r>
          </a:p>
        </p:txBody>
      </p:sp>
      <p:sp>
        <p:nvSpPr>
          <p:cNvPr id="5" name="Textplatzhalter 4">
            <a:extLst xmlns:a="http://schemas.openxmlformats.org/drawingml/2006/main">
              <a:ext uri="{FF2B5EF4-FFF2-40B4-BE49-F238E27FC236}">
                <a16:creationId xmlns:a16="http://schemas.microsoft.com/office/drawing/2014/main" id="{7626D167-A883-44C9-B200-E2D0CE4DC03C}"/>
              </a:ext>
            </a:extLst>
          </p:cNvPr>
          <p:cNvSpPr>
            <a:spLocks xmlns:a="http://schemas.openxmlformats.org/drawingml/2006/main" noGrp="1"/>
          </p:cNvSpPr>
          <p:nvPr>
            <p:ph type="body" idx="12" hasCustomPrompt="1"/>
          </p:nvPr>
        </p:nvSpPr>
        <p:spPr>
          <a:xfrm xmlns:a="http://schemas.openxmlformats.org/drawingml/2006/main">
            <a:off x="3599723" y="3400223"/>
            <a:ext cx="8266828" cy="964882"/>
          </a:xfrm>
        </p:spPr>
        <p:txBody>
          <a:bodyPr xmlns:a="http://schemas.openxmlformats.org/drawingml/2006/main"/>
          <a:lstStyle xmlns:a="http://schemas.openxmlformats.org/drawingml/2006/main">
            <a:lvl1pPr marL="0" indent="0">
              <a:buNone/>
              <a:defRPr sz="2400"/>
            </a:lvl1pPr>
            <a:lvl2pPr marL="0" indent="0">
              <a:buNone/>
              <a:defRPr sz="2400"/>
            </a:lvl2pPr>
            <a:lvl3pPr marL="0" indent="0">
              <a:buNone/>
              <a:defRPr sz="2400"/>
            </a:lvl3pPr>
            <a:lvl4pPr marL="0" indent="0">
              <a:buNone/>
              <a:defRPr sz="2400"/>
            </a:lvl4pPr>
            <a:lvl5pPr marL="0" indent="0">
              <a:buFont typeface="Arial"/>
              <a:buNone/>
              <a:defRPr sz="2400"/>
            </a:lvl5pPr>
          </a:lstStyle>
          <a:p xmlns:a="http://schemas.openxmlformats.org/drawingml/2006/main">
            <a:pPr lvl="0">
              <a:buNone/>
            </a:pPr>
            <a:r>
              <a:t>Click to add subtitle (optional)…</a:t>
            </a: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a289afef54f7476b"/>
          <a:stretch xmlns:a="http://schemas.openxmlformats.org/drawingml/2006/main">
            <a:fillRect l="0" t="0" r="0" b="0"/>
          </a:stretch>
        </p:blipFill>
        <p:spPr>
          <a:xfrm xmlns:a="http://schemas.openxmlformats.org/drawingml/2006/main">
            <a:off x="4740464" y="5189156"/>
            <a:ext cx="2719479" cy="1668844"/>
          </a:xfrm>
          <a:prstGeom xmlns:a="http://schemas.openxmlformats.org/drawingml/2006/main" prst="rect">
            <a:avLst/>
          </a:prstGeom>
        </p:spPr>
      </p:pic>
    </p:spTree>
  </p:cSld>
</p:sldLayout>
</file>

<file path=ppt/slideLayouts/slideLayout2.xml><?xml version="1.0" encoding="utf-8"?>
<p:sldLayout xmlns:p="http://schemas.openxmlformats.org/presentationml/2006/main" showMasterSp="0" preserve="1" userDrawn="1">
  <p:cSld name="MT: Cover Page 4 Images">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CDD723ED-640D-4743-B7FF-B2ABC6AD2D9D}"/>
              </a:ext>
            </a:extLst>
          </p:cNvPr>
          <p:cNvSpPr>
            <a:spLocks xmlns:a="http://schemas.openxmlformats.org/drawingml/2006/main" noGrp="1"/>
          </p:cNvSpPr>
          <p:nvPr/>
        </p:nvSpPr>
        <p:spPr>
          <a:xfrm xmlns:a="http://schemas.openxmlformats.org/drawingml/2006/main">
            <a:off x="3246475" y="1"/>
            <a:ext cx="8945525" cy="2635199"/>
          </a:xfrm>
          <a:prstGeom xmlns:a="http://schemas.openxmlformats.org/drawingml/2006/main" prst="rect">
            <a:avLst/>
          </a:prstGeom>
          <a:solidFill xmlns:a="http://schemas.openxmlformats.org/drawingml/2006/main">
            <a:schemeClr val="tx2"/>
          </a:solidFill>
          <a:ln xmlns:a="http://schemas.openxmlformats.org/drawingml/2006/main">
            <a:noFill/>
          </a:ln>
          <a:effectLst xmlns:a="http://schemas.openxmlformats.org/drawingml/2006/main">
            <a:outerShdw blurRad="50800" dist="38100" dir="2700000" algn="tl" rotWithShape="0">
              <a:prstClr val="black">
                <a:alpha val="40000"/>
              </a:prstClr>
            </a:outerShdw>
          </a:effectLst>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37">
            <a:extLst xmlns:a="http://schemas.openxmlformats.org/drawingml/2006/main">
              <a:ext uri="{FF2B5EF4-FFF2-40B4-BE49-F238E27FC236}">
                <a16:creationId xmlns:a16="http://schemas.microsoft.com/office/drawing/2014/main" id="{0FC8EEB0-11AD-48F6-AEBE-4F0C93ECF271}"/>
              </a:ext>
            </a:extLst>
          </p:cNvPr>
          <p:cNvSpPr>
            <a:spLocks xmlns:a="http://schemas.openxmlformats.org/drawingml/2006/main" noGrp="1"/>
          </p:cNvSpPr>
          <p:nvPr/>
        </p:nvSpPr>
        <p:spPr>
          <a:xfrm xmlns:a="http://schemas.openxmlformats.org/drawingml/2006/main">
            <a:off x="-1" y="0"/>
            <a:ext cx="3215681" cy="6166022"/>
          </a:xfrm>
          <a:prstGeom xmlns:a="http://schemas.openxmlformats.org/drawingml/2006/main" prst="rect">
            <a:avLst/>
          </a:prstGeom>
          <a:gradFill xmlns:a="http://schemas.openxmlformats.org/drawingml/2006/main" rotWithShape="0">
            <a:gsLst>
              <a:gs pos="0">
                <a:schemeClr val="tx1"/>
              </a:gs>
              <a:gs pos="98000">
                <a:schemeClr val="bg1"/>
              </a:gs>
              <a:gs pos="58000">
                <a:schemeClr val="bg2"/>
              </a:gs>
            </a:gsLst>
            <a:lin ang="5400000" scaled="1"/>
          </a:gradFill>
          <a:ln xmlns:a="http://schemas.openxmlformats.org/drawingml/2006/main">
            <a:noFill/>
          </a:ln>
        </p:spPr>
        <p:txBody>
          <a:bodyPr xmlns:a="http://schemas.openxmlformats.org/drawingml/2006/main" wrap="none" lIns="0" tIns="0" rIns="72000" bIns="0" anchor="ctr"/>
          <a:lstStyle xmlns:a="http://schemas.openxmlformats.org/drawingml/2006/main"/>
          <a:p xmlns:a="http://schemas.openxmlformats.org/drawingml/2006/main">
            <a:pPr algn="ctr">
              <a:buNone/>
            </a:pPr>
          </a:p>
        </p:txBody>
      </p:sp>
      <p:sp>
        <p:nvSpPr>
          <p:cNvPr id="2" name="Titel">
            <a:extLst xmlns:a="http://schemas.openxmlformats.org/drawingml/2006/main">
              <a:ext uri="{FF2B5EF4-FFF2-40B4-BE49-F238E27FC236}">
                <a16:creationId xmlns:a16="http://schemas.microsoft.com/office/drawing/2014/main" id="{0B776BCD-46A9-4ECC-9CBE-5800E988DBD3}"/>
              </a:ext>
            </a:extLst>
          </p:cNvPr>
          <p:cNvSpPr>
            <a:spLocks xmlns:a="http://schemas.openxmlformats.org/drawingml/2006/main" noGrp="1"/>
          </p:cNvSpPr>
          <p:nvPr>
            <p:ph type="ctrTitle" idx="0" hasCustomPrompt="1"/>
          </p:nvPr>
        </p:nvSpPr>
        <p:spPr>
          <a:xfrm xmlns:a="http://schemas.openxmlformats.org/drawingml/2006/main">
            <a:off x="3599723" y="2852936"/>
            <a:ext cx="8256917" cy="597686"/>
          </a:xfrm>
        </p:spPr>
        <p:txBody>
          <a:bodyPr xmlns:a="http://schemas.openxmlformats.org/drawingml/2006/main" anchor="b"/>
          <a:lstStyle xmlns:a="http://schemas.openxmlformats.org/drawingml/2006/main">
            <a:lvl1pPr algn="l">
              <a:lnSpc>
                <a:spcPts val="3000"/>
              </a:lnSpc>
              <a:buNone/>
              <a:defRPr sz="3200" b="1">
                <a:solidFill>
                  <a:schemeClr val="tx1"/>
                </a:solidFill>
              </a:defRPr>
            </a:lvl1pPr>
          </a:lstStyle>
          <a:p xmlns:a="http://schemas.openxmlformats.org/drawingml/2006/main">
            <a:r>
              <a:t>Click to add title…</a:t>
            </a:r>
          </a:p>
        </p:txBody>
      </p:sp>
      <p:sp>
        <p:nvSpPr>
          <p:cNvPr id="3" name="Untertitel">
            <a:extLst xmlns:a="http://schemas.openxmlformats.org/drawingml/2006/main">
              <a:ext uri="{FF2B5EF4-FFF2-40B4-BE49-F238E27FC236}">
                <a16:creationId xmlns:a16="http://schemas.microsoft.com/office/drawing/2014/main" id="{392DBE4C-788D-4395-8FFF-3A7E19A4DEEB}"/>
              </a:ext>
            </a:extLst>
          </p:cNvPr>
          <p:cNvSpPr>
            <a:spLocks xmlns:a="http://schemas.openxmlformats.org/drawingml/2006/main" noGrp="1"/>
          </p:cNvSpPr>
          <p:nvPr>
            <p:ph type="subTitle" idx="1" hasCustomPrompt="1"/>
          </p:nvPr>
        </p:nvSpPr>
        <p:spPr>
          <a:xfrm xmlns:a="http://schemas.openxmlformats.org/drawingml/2006/main">
            <a:off x="520789" y="1988841"/>
            <a:ext cx="2621749" cy="692581"/>
          </a:xfrm>
        </p:spPr>
        <p:txBody>
          <a:bodyPr xmlns:a="http://schemas.openxmlformats.org/drawingml/2006/main" rIns="72000" anchor="b"/>
          <a:lstStyle xmlns:a="http://schemas.openxmlformats.org/drawingml/2006/main">
            <a:lvl1pPr marL="0" indent="0" algn="l">
              <a:spcBef>
                <a:spcPts val="0"/>
              </a:spcBef>
              <a:spcAft>
                <a:spcPts val="0"/>
              </a:spcAft>
              <a:buNone/>
              <a:defRPr sz="1600" baseline="0">
                <a:solidFill>
                  <a:schemeClr val="bg1"/>
                </a:solidFill>
              </a:defRPr>
            </a:lvl1pPr>
          </a:lstStyle>
          <a:p xmlns:a="http://schemas.openxmlformats.org/drawingml/2006/main">
            <a:pPr lvl="0">
              <a:buNone/>
            </a:pPr>
            <a:r>
              <a:t>Click to add place,</a:t>
            </a:r>
            <a:br/>
            <a:r>
              <a:t>date/author</a:t>
            </a:r>
          </a:p>
        </p:txBody>
      </p:sp>
      <p:sp>
        <p:nvSpPr>
          <p:cNvPr id="5" name="Textplatzhalter 4">
            <a:extLst xmlns:a="http://schemas.openxmlformats.org/drawingml/2006/main">
              <a:ext uri="{FF2B5EF4-FFF2-40B4-BE49-F238E27FC236}">
                <a16:creationId xmlns:a16="http://schemas.microsoft.com/office/drawing/2014/main" id="{0D6996BA-2E82-4A2F-9C77-04F276B23A1A}"/>
              </a:ext>
            </a:extLst>
          </p:cNvPr>
          <p:cNvSpPr>
            <a:spLocks xmlns:a="http://schemas.openxmlformats.org/drawingml/2006/main" noGrp="1"/>
          </p:cNvSpPr>
          <p:nvPr>
            <p:ph type="body" idx="12" hasCustomPrompt="1"/>
          </p:nvPr>
        </p:nvSpPr>
        <p:spPr>
          <a:xfrm xmlns:a="http://schemas.openxmlformats.org/drawingml/2006/main">
            <a:off x="3599723" y="3400222"/>
            <a:ext cx="8256919" cy="964882"/>
          </a:xfrm>
        </p:spPr>
        <p:txBody>
          <a:bodyPr xmlns:a="http://schemas.openxmlformats.org/drawingml/2006/main"/>
          <a:lstStyle xmlns:a="http://schemas.openxmlformats.org/drawingml/2006/main">
            <a:lvl1pPr marL="0" indent="0">
              <a:buNone/>
              <a:defRPr sz="2400"/>
            </a:lvl1pPr>
            <a:lvl2pPr marL="0" indent="0">
              <a:buNone/>
              <a:defRPr sz="2400"/>
            </a:lvl2pPr>
            <a:lvl3pPr marL="0" indent="0">
              <a:buNone/>
              <a:defRPr sz="2400"/>
            </a:lvl3pPr>
            <a:lvl4pPr marL="0" indent="0">
              <a:buNone/>
              <a:defRPr sz="2400"/>
            </a:lvl4pPr>
            <a:lvl5pPr marL="0" indent="0">
              <a:buFont typeface="Arial"/>
              <a:buNone/>
              <a:defRPr sz="2400"/>
            </a:lvl5pPr>
          </a:lstStyle>
          <a:p xmlns:a="http://schemas.openxmlformats.org/drawingml/2006/main">
            <a:pPr lvl="0">
              <a:buNone/>
            </a:pPr>
            <a:r>
              <a:t>Click to add subtitle (optional)…</a:t>
            </a:r>
          </a:p>
        </p:txBody>
      </p:sp>
      <p:sp>
        <p:nvSpPr>
          <p:cNvPr id="10" name="Bildplatzhalter 10">
            <a:extLst xmlns:a="http://schemas.openxmlformats.org/drawingml/2006/main">
              <a:ext uri="{FF2B5EF4-FFF2-40B4-BE49-F238E27FC236}">
                <a16:creationId xmlns:a16="http://schemas.microsoft.com/office/drawing/2014/main" id="{150CEC8C-A044-464E-B19C-69EB9FB950BC}"/>
              </a:ext>
            </a:extLst>
          </p:cNvPr>
          <p:cNvSpPr>
            <a:spLocks xmlns:a="http://schemas.openxmlformats.org/drawingml/2006/main" noGrp="1"/>
          </p:cNvSpPr>
          <p:nvPr>
            <p:ph type="pic" idx="13" hasCustomPrompt="1"/>
          </p:nvPr>
        </p:nvSpPr>
        <p:spPr>
          <a:xfrm xmlns:a="http://schemas.openxmlformats.org/drawingml/2006/main">
            <a:off x="3215680" y="0"/>
            <a:ext cx="2189120" cy="2636838"/>
          </a:xfrm>
          <a:prstGeom xmlns:a="http://schemas.openxmlformats.org/drawingml/2006/main" prst="rect">
            <a:avLst/>
          </a:prstGeom>
          <a:solidFill xmlns:a="http://schemas.openxmlformats.org/drawingml/2006/main">
            <a:schemeClr val="tx2"/>
          </a:solidFill>
        </p:spPr>
        <p:txBody>
          <a:bodyPr xmlns:a="http://schemas.openxmlformats.org/drawingml/2006/main" tIns="576000"/>
          <a:lstStyle xmlns:a="http://schemas.openxmlformats.org/drawingml/2006/main">
            <a:lvl1pPr marL="0" indent="0" algn="ctr">
              <a:buNone/>
              <a:defRPr>
                <a:solidFill>
                  <a:schemeClr val="tx1"/>
                </a:solidFill>
              </a:defRPr>
            </a:lvl1pPr>
          </a:lstStyle>
          <a:p xmlns:a="http://schemas.openxmlformats.org/drawingml/2006/main">
            <a:r>
              <a:t>Click </a:t>
            </a:r>
            <a:r>
              <a:t>to</a:t>
            </a:r>
            <a:r>
              <a:t> </a:t>
            </a:r>
            <a:r>
              <a:t>add</a:t>
            </a:r>
            <a:r>
              <a:t> </a:t>
            </a:r>
            <a:r>
              <a:t>picture</a:t>
            </a:r>
            <a:r>
              <a:t>…</a:t>
            </a:r>
          </a:p>
        </p:txBody>
      </p:sp>
      <p:sp>
        <p:nvSpPr>
          <p:cNvPr id="14" name="Bildplatzhalter 10">
            <a:extLst xmlns:a="http://schemas.openxmlformats.org/drawingml/2006/main">
              <a:ext uri="{FF2B5EF4-FFF2-40B4-BE49-F238E27FC236}">
                <a16:creationId xmlns:a16="http://schemas.microsoft.com/office/drawing/2014/main" id="{202A916E-FE7E-40A3-953E-45D4965EE630}"/>
              </a:ext>
            </a:extLst>
          </p:cNvPr>
          <p:cNvSpPr>
            <a:spLocks xmlns:a="http://schemas.openxmlformats.org/drawingml/2006/main" noGrp="1"/>
          </p:cNvSpPr>
          <p:nvPr>
            <p:ph type="pic" idx="14" hasCustomPrompt="1"/>
          </p:nvPr>
        </p:nvSpPr>
        <p:spPr>
          <a:xfrm xmlns:a="http://schemas.openxmlformats.org/drawingml/2006/main">
            <a:off x="5478080" y="0"/>
            <a:ext cx="2189120" cy="2636838"/>
          </a:xfrm>
          <a:prstGeom xmlns:a="http://schemas.openxmlformats.org/drawingml/2006/main" prst="rect">
            <a:avLst/>
          </a:prstGeom>
          <a:solidFill xmlns:a="http://schemas.openxmlformats.org/drawingml/2006/main">
            <a:schemeClr val="tx2"/>
          </a:solidFill>
        </p:spPr>
        <p:txBody>
          <a:bodyPr xmlns:a="http://schemas.openxmlformats.org/drawingml/2006/main" tIns="576000"/>
          <a:lstStyle xmlns:a="http://schemas.openxmlformats.org/drawingml/2006/main">
            <a:lvl1pPr marL="0" indent="0" algn="ctr">
              <a:buNone/>
              <a:defRPr>
                <a:solidFill>
                  <a:schemeClr val="tx1"/>
                </a:solidFill>
              </a:defRPr>
            </a:lvl1pPr>
          </a:lstStyle>
          <a:p xmlns:a="http://schemas.openxmlformats.org/drawingml/2006/main">
            <a:r>
              <a:t>Click </a:t>
            </a:r>
            <a:r>
              <a:t>to</a:t>
            </a:r>
            <a:r>
              <a:t> </a:t>
            </a:r>
            <a:r>
              <a:t>add</a:t>
            </a:r>
            <a:r>
              <a:t> </a:t>
            </a:r>
            <a:r>
              <a:t>picture</a:t>
            </a:r>
            <a:r>
              <a:t>…</a:t>
            </a:r>
          </a:p>
        </p:txBody>
      </p:sp>
      <p:sp>
        <p:nvSpPr>
          <p:cNvPr id="15" name="Bildplatzhalter 10">
            <a:extLst xmlns:a="http://schemas.openxmlformats.org/drawingml/2006/main">
              <a:ext uri="{FF2B5EF4-FFF2-40B4-BE49-F238E27FC236}">
                <a16:creationId xmlns:a16="http://schemas.microsoft.com/office/drawing/2014/main" id="{FA208A80-5F32-49CB-B93A-37C564939634}"/>
              </a:ext>
            </a:extLst>
          </p:cNvPr>
          <p:cNvSpPr>
            <a:spLocks xmlns:a="http://schemas.openxmlformats.org/drawingml/2006/main" noGrp="1"/>
          </p:cNvSpPr>
          <p:nvPr>
            <p:ph type="pic" idx="15" hasCustomPrompt="1"/>
          </p:nvPr>
        </p:nvSpPr>
        <p:spPr>
          <a:xfrm xmlns:a="http://schemas.openxmlformats.org/drawingml/2006/main">
            <a:off x="7740480" y="0"/>
            <a:ext cx="2189120" cy="2636838"/>
          </a:xfrm>
          <a:prstGeom xmlns:a="http://schemas.openxmlformats.org/drawingml/2006/main" prst="rect">
            <a:avLst/>
          </a:prstGeom>
          <a:solidFill xmlns:a="http://schemas.openxmlformats.org/drawingml/2006/main">
            <a:schemeClr val="tx2"/>
          </a:solidFill>
        </p:spPr>
        <p:txBody>
          <a:bodyPr xmlns:a="http://schemas.openxmlformats.org/drawingml/2006/main" tIns="576000"/>
          <a:lstStyle xmlns:a="http://schemas.openxmlformats.org/drawingml/2006/main">
            <a:lvl1pPr marL="0" indent="0" algn="ctr">
              <a:buNone/>
              <a:defRPr>
                <a:solidFill>
                  <a:schemeClr val="tx1"/>
                </a:solidFill>
              </a:defRPr>
            </a:lvl1pPr>
          </a:lstStyle>
          <a:p xmlns:a="http://schemas.openxmlformats.org/drawingml/2006/main">
            <a:r>
              <a:t>Click </a:t>
            </a:r>
            <a:r>
              <a:t>to</a:t>
            </a:r>
            <a:r>
              <a:t> </a:t>
            </a:r>
            <a:r>
              <a:t>add</a:t>
            </a:r>
            <a:r>
              <a:t> </a:t>
            </a:r>
            <a:r>
              <a:t>picture</a:t>
            </a:r>
            <a:r>
              <a:t>…</a:t>
            </a:r>
          </a:p>
        </p:txBody>
      </p:sp>
      <p:sp>
        <p:nvSpPr>
          <p:cNvPr id="16" name="Bildplatzhalter 10">
            <a:extLst xmlns:a="http://schemas.openxmlformats.org/drawingml/2006/main">
              <a:ext uri="{FF2B5EF4-FFF2-40B4-BE49-F238E27FC236}">
                <a16:creationId xmlns:a16="http://schemas.microsoft.com/office/drawing/2014/main" id="{77FA8D63-91F9-4B07-9B37-583DEA56F032}"/>
              </a:ext>
            </a:extLst>
          </p:cNvPr>
          <p:cNvSpPr>
            <a:spLocks xmlns:a="http://schemas.openxmlformats.org/drawingml/2006/main" noGrp="1"/>
          </p:cNvSpPr>
          <p:nvPr>
            <p:ph type="pic" idx="16" hasCustomPrompt="1"/>
          </p:nvPr>
        </p:nvSpPr>
        <p:spPr>
          <a:xfrm xmlns:a="http://schemas.openxmlformats.org/drawingml/2006/main">
            <a:off x="10002880" y="0"/>
            <a:ext cx="2189120" cy="2636838"/>
          </a:xfrm>
          <a:prstGeom xmlns:a="http://schemas.openxmlformats.org/drawingml/2006/main" prst="rect">
            <a:avLst/>
          </a:prstGeom>
          <a:solidFill xmlns:a="http://schemas.openxmlformats.org/drawingml/2006/main">
            <a:schemeClr val="tx2"/>
          </a:solidFill>
        </p:spPr>
        <p:txBody>
          <a:bodyPr xmlns:a="http://schemas.openxmlformats.org/drawingml/2006/main" tIns="576000"/>
          <a:lstStyle xmlns:a="http://schemas.openxmlformats.org/drawingml/2006/main">
            <a:lvl1pPr marL="0" indent="0" algn="ctr">
              <a:buNone/>
              <a:defRPr>
                <a:solidFill>
                  <a:schemeClr val="tx1"/>
                </a:solidFill>
              </a:defRPr>
            </a:lvl1pPr>
          </a:lstStyle>
          <a:p xmlns:a="http://schemas.openxmlformats.org/drawingml/2006/main">
            <a:r>
              <a:t>Click </a:t>
            </a:r>
            <a:r>
              <a:t>to</a:t>
            </a:r>
            <a:r>
              <a:t> </a:t>
            </a:r>
            <a:r>
              <a:t>add</a:t>
            </a:r>
            <a:r>
              <a:t> </a:t>
            </a:r>
            <a:r>
              <a:t>picture</a:t>
            </a:r>
            <a:r>
              <a:t>…</a:t>
            </a:r>
          </a:p>
        </p:txBody>
      </p:sp>
      <p:pic>
        <p:nvPicPr>
          <p:cNvPr id="27" name="Picture 12"/>
          <p:cNvPicPr>
            <a:picLocks xmlns:a="http://schemas.openxmlformats.org/drawingml/2006/main" noChangeAspect="1"/>
          </p:cNvPicPr>
          <p:nvPr/>
        </p:nvPicPr>
        <p:blipFill>
          <a:blip xmlns:r="http://schemas.openxmlformats.org/officeDocument/2006/relationships" xmlns:a="http://schemas.openxmlformats.org/drawingml/2006/main" r:embed="Rcaa988ff87ce4f8a"/>
          <a:stretch xmlns:a="http://schemas.openxmlformats.org/drawingml/2006/main">
            <a:fillRect l="0" t="0" r="0" b="0"/>
          </a:stretch>
        </p:blipFill>
        <p:spPr>
          <a:xfrm xmlns:a="http://schemas.openxmlformats.org/drawingml/2006/main">
            <a:off x="4740464" y="5189156"/>
            <a:ext cx="2719479" cy="1668844"/>
          </a:xfrm>
          <a:prstGeom xmlns:a="http://schemas.openxmlformats.org/drawingml/2006/main" prst="rect">
            <a:avLst/>
          </a:prstGeom>
        </p:spPr>
      </p:pic>
    </p:spTree>
  </p:cSld>
</p:sldLayout>
</file>

<file path=ppt/slideLayouts/slideLayout3.xml><?xml version="1.0" encoding="utf-8"?>
<p:sldLayout xmlns:p="http://schemas.openxmlformats.org/presentationml/2006/main" showMasterSp="0" preserve="1" userDrawn="1">
  <p:cSld name="MT: Cover Page Square Image">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2B308948-EAED-477B-BCCB-E7AE2A5AA5BE}"/>
              </a:ext>
            </a:extLst>
          </p:cNvPr>
          <p:cNvSpPr>
            <a:spLocks xmlns:a="http://schemas.openxmlformats.org/drawingml/2006/main" noGrp="1"/>
          </p:cNvSpPr>
          <p:nvPr/>
        </p:nvSpPr>
        <p:spPr>
          <a:xfrm xmlns:a="http://schemas.openxmlformats.org/drawingml/2006/main">
            <a:off x="3215680" y="0"/>
            <a:ext cx="5702720" cy="2636912"/>
          </a:xfrm>
          <a:prstGeom xmlns:a="http://schemas.openxmlformats.org/drawingml/2006/main" prst="rect">
            <a:avLst/>
          </a:prstGeom>
          <a:solidFill xmlns:a="http://schemas.openxmlformats.org/drawingml/2006/main">
            <a:schemeClr val="accent4">
              <a:lumMod val="20000"/>
              <a:lumOff val="80000"/>
            </a:schemeClr>
          </a:solidFill>
          <a:ln xmlns:a="http://schemas.openxmlformats.org/drawingml/2006/main">
            <a:no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37">
            <a:extLst xmlns:a="http://schemas.openxmlformats.org/drawingml/2006/main">
              <a:ext uri="{FF2B5EF4-FFF2-40B4-BE49-F238E27FC236}">
                <a16:creationId xmlns:a16="http://schemas.microsoft.com/office/drawing/2014/main" id="{46308315-ADA3-44AB-BD59-C4DF07769AE0}"/>
              </a:ext>
            </a:extLst>
          </p:cNvPr>
          <p:cNvSpPr>
            <a:spLocks xmlns:a="http://schemas.openxmlformats.org/drawingml/2006/main" noGrp="1"/>
          </p:cNvSpPr>
          <p:nvPr/>
        </p:nvSpPr>
        <p:spPr>
          <a:xfrm xmlns:a="http://schemas.openxmlformats.org/drawingml/2006/main">
            <a:off x="-1" y="0"/>
            <a:ext cx="3215681" cy="6166022"/>
          </a:xfrm>
          <a:prstGeom xmlns:a="http://schemas.openxmlformats.org/drawingml/2006/main" prst="rect">
            <a:avLst/>
          </a:prstGeom>
          <a:gradFill xmlns:a="http://schemas.openxmlformats.org/drawingml/2006/main" rotWithShape="0">
            <a:gsLst>
              <a:gs pos="0">
                <a:schemeClr val="tx1"/>
              </a:gs>
              <a:gs pos="98000">
                <a:schemeClr val="bg1"/>
              </a:gs>
              <a:gs pos="58000">
                <a:schemeClr val="bg2"/>
              </a:gs>
            </a:gsLst>
            <a:lin ang="5400000" scaled="1"/>
          </a:gradFill>
          <a:ln xmlns:a="http://schemas.openxmlformats.org/drawingml/2006/main">
            <a:noFill/>
          </a:ln>
        </p:spPr>
        <p:txBody>
          <a:bodyPr xmlns:a="http://schemas.openxmlformats.org/drawingml/2006/main" wrap="none" lIns="0" tIns="0" rIns="72000" bIns="0"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2755EF2C-8E4A-49A5-87E7-192FA6465D01}"/>
              </a:ext>
            </a:extLst>
          </p:cNvPr>
          <p:cNvSpPr>
            <a:spLocks xmlns:a="http://schemas.openxmlformats.org/drawingml/2006/main" noGrp="1"/>
          </p:cNvSpPr>
          <p:nvPr/>
        </p:nvSpPr>
        <p:spPr>
          <a:xfrm xmlns:a="http://schemas.openxmlformats.org/drawingml/2006/main">
            <a:off x="3244800" y="2642400"/>
            <a:ext cx="8947200" cy="421560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Bildplatzhalter 10">
            <a:extLst xmlns:a="http://schemas.openxmlformats.org/drawingml/2006/main">
              <a:ext uri="{FF2B5EF4-FFF2-40B4-BE49-F238E27FC236}">
                <a16:creationId xmlns:a16="http://schemas.microsoft.com/office/drawing/2014/main" id="{0B86A3F8-68CB-42F6-9D68-75C384EE4282}"/>
              </a:ext>
            </a:extLst>
          </p:cNvPr>
          <p:cNvSpPr>
            <a:spLocks xmlns:a="http://schemas.openxmlformats.org/drawingml/2006/main" noGrp="1"/>
          </p:cNvSpPr>
          <p:nvPr>
            <p:ph type="pic" idx="10" hasCustomPrompt="1"/>
          </p:nvPr>
        </p:nvSpPr>
        <p:spPr>
          <a:xfrm xmlns:a="http://schemas.openxmlformats.org/drawingml/2006/main">
            <a:off x="8784299" y="0"/>
            <a:ext cx="3407700" cy="2636912"/>
          </a:xfrm>
          <a:prstGeom xmlns:a="http://schemas.openxmlformats.org/drawingml/2006/main" prst="rect">
            <a:avLst/>
          </a:prstGeom>
          <a:solidFill xmlns:a="http://schemas.openxmlformats.org/drawingml/2006/main">
            <a:schemeClr val="tx2"/>
          </a:solidFill>
          <a:effectLst xmlns:a="http://schemas.openxmlformats.org/drawingml/2006/main">
            <a:outerShdw blurRad="50800" dist="38100" dir="2700000" algn="tl" rotWithShape="0">
              <a:prstClr val="black">
                <a:alpha val="40000"/>
              </a:prstClr>
            </a:outerShdw>
          </a:effectLst>
        </p:spPr>
        <p:txBody>
          <a:bodyPr xmlns:a="http://schemas.openxmlformats.org/drawingml/2006/main" tIns="576000"/>
          <a:lstStyle xmlns:a="http://schemas.openxmlformats.org/drawingml/2006/main">
            <a:lvl1pPr marL="0" indent="0" algn="ctr">
              <a:buNone/>
              <a:defRPr>
                <a:solidFill>
                  <a:schemeClr val="tx1"/>
                </a:solidFill>
              </a:defRPr>
            </a:lvl1pPr>
          </a:lstStyle>
          <a:p xmlns:a="http://schemas.openxmlformats.org/drawingml/2006/main">
            <a:r>
              <a:t>Click </a:t>
            </a:r>
            <a:r>
              <a:t>to</a:t>
            </a:r>
            <a:r>
              <a:t> </a:t>
            </a:r>
            <a:r>
              <a:t>add</a:t>
            </a:r>
            <a:r>
              <a:t> </a:t>
            </a:r>
            <a:r>
              <a:t>picture</a:t>
            </a:r>
            <a:r>
              <a:t>…</a:t>
            </a:r>
          </a:p>
        </p:txBody>
      </p:sp>
      <p:sp>
        <p:nvSpPr>
          <p:cNvPr id="2" name="Titel">
            <a:extLst xmlns:a="http://schemas.openxmlformats.org/drawingml/2006/main">
              <a:ext uri="{FF2B5EF4-FFF2-40B4-BE49-F238E27FC236}">
                <a16:creationId xmlns:a16="http://schemas.microsoft.com/office/drawing/2014/main" id="{20DD4F6B-EC22-44AA-8105-9179F802FF25}"/>
              </a:ext>
            </a:extLst>
          </p:cNvPr>
          <p:cNvSpPr>
            <a:spLocks xmlns:a="http://schemas.openxmlformats.org/drawingml/2006/main" noGrp="1"/>
          </p:cNvSpPr>
          <p:nvPr>
            <p:ph type="ctrTitle" idx="0" hasCustomPrompt="1"/>
          </p:nvPr>
        </p:nvSpPr>
        <p:spPr>
          <a:xfrm xmlns:a="http://schemas.openxmlformats.org/drawingml/2006/main">
            <a:off x="3599723" y="2836800"/>
            <a:ext cx="8256917" cy="613822"/>
          </a:xfrm>
        </p:spPr>
        <p:txBody>
          <a:bodyPr xmlns:a="http://schemas.openxmlformats.org/drawingml/2006/main" anchor="b"/>
          <a:lstStyle xmlns:a="http://schemas.openxmlformats.org/drawingml/2006/main">
            <a:lvl1pPr algn="l">
              <a:lnSpc>
                <a:spcPts val="3000"/>
              </a:lnSpc>
              <a:buNone/>
              <a:defRPr sz="3200" b="1">
                <a:solidFill>
                  <a:schemeClr val="tx1"/>
                </a:solidFill>
              </a:defRPr>
            </a:lvl1pPr>
          </a:lstStyle>
          <a:p xmlns:a="http://schemas.openxmlformats.org/drawingml/2006/main">
            <a:r>
              <a:t>Click to add title…</a:t>
            </a:r>
          </a:p>
        </p:txBody>
      </p:sp>
      <p:sp>
        <p:nvSpPr>
          <p:cNvPr id="3" name="Untertitel">
            <a:extLst xmlns:a="http://schemas.openxmlformats.org/drawingml/2006/main">
              <a:ext uri="{FF2B5EF4-FFF2-40B4-BE49-F238E27FC236}">
                <a16:creationId xmlns:a16="http://schemas.microsoft.com/office/drawing/2014/main" id="{4A019BBC-ED07-4ED9-8969-DAF4E715CC03}"/>
              </a:ext>
            </a:extLst>
          </p:cNvPr>
          <p:cNvSpPr>
            <a:spLocks xmlns:a="http://schemas.openxmlformats.org/drawingml/2006/main" noGrp="1"/>
          </p:cNvSpPr>
          <p:nvPr>
            <p:ph type="subTitle" idx="1" hasCustomPrompt="1"/>
          </p:nvPr>
        </p:nvSpPr>
        <p:spPr>
          <a:xfrm xmlns:a="http://schemas.openxmlformats.org/drawingml/2006/main">
            <a:off x="520789" y="1988841"/>
            <a:ext cx="2621749" cy="692581"/>
          </a:xfrm>
        </p:spPr>
        <p:txBody>
          <a:bodyPr xmlns:a="http://schemas.openxmlformats.org/drawingml/2006/main" rIns="72000" anchor="b"/>
          <a:lstStyle xmlns:a="http://schemas.openxmlformats.org/drawingml/2006/main">
            <a:lvl1pPr marL="0" indent="0" algn="l">
              <a:spcBef>
                <a:spcPts val="0"/>
              </a:spcBef>
              <a:spcAft>
                <a:spcPts val="0"/>
              </a:spcAft>
              <a:buNone/>
              <a:defRPr sz="1600" baseline="0">
                <a:solidFill>
                  <a:schemeClr val="bg1"/>
                </a:solidFill>
              </a:defRPr>
            </a:lvl1pPr>
          </a:lstStyle>
          <a:p xmlns:a="http://schemas.openxmlformats.org/drawingml/2006/main">
            <a:pPr lvl="0">
              <a:buNone/>
            </a:pPr>
            <a:r>
              <a:t>Click to add place,</a:t>
            </a:r>
            <a:br/>
            <a:r>
              <a:t>date/author</a:t>
            </a:r>
          </a:p>
        </p:txBody>
      </p:sp>
      <p:sp>
        <p:nvSpPr>
          <p:cNvPr id="5" name="Textplatzhalter 4">
            <a:extLst xmlns:a="http://schemas.openxmlformats.org/drawingml/2006/main">
              <a:ext uri="{FF2B5EF4-FFF2-40B4-BE49-F238E27FC236}">
                <a16:creationId xmlns:a16="http://schemas.microsoft.com/office/drawing/2014/main" id="{AAA36605-AE07-4316-8A3A-8505B3C02F46}"/>
              </a:ext>
            </a:extLst>
          </p:cNvPr>
          <p:cNvSpPr>
            <a:spLocks xmlns:a="http://schemas.openxmlformats.org/drawingml/2006/main" noGrp="1"/>
          </p:cNvSpPr>
          <p:nvPr>
            <p:ph type="body" idx="12" hasCustomPrompt="1"/>
          </p:nvPr>
        </p:nvSpPr>
        <p:spPr>
          <a:xfrm xmlns:a="http://schemas.openxmlformats.org/drawingml/2006/main">
            <a:off x="3599723" y="3400223"/>
            <a:ext cx="8256919" cy="964882"/>
          </a:xfrm>
        </p:spPr>
        <p:txBody>
          <a:bodyPr xmlns:a="http://schemas.openxmlformats.org/drawingml/2006/main"/>
          <a:lstStyle xmlns:a="http://schemas.openxmlformats.org/drawingml/2006/main">
            <a:lvl1pPr marL="0" indent="0">
              <a:buNone/>
              <a:defRPr sz="2400"/>
            </a:lvl1pPr>
            <a:lvl2pPr marL="0" indent="0">
              <a:buNone/>
              <a:defRPr sz="2400"/>
            </a:lvl2pPr>
            <a:lvl3pPr marL="0" indent="0">
              <a:buNone/>
              <a:defRPr sz="2400"/>
            </a:lvl3pPr>
            <a:lvl4pPr marL="0" indent="0">
              <a:buNone/>
              <a:defRPr sz="2400"/>
            </a:lvl4pPr>
            <a:lvl5pPr marL="0" indent="0">
              <a:buFont typeface="Arial"/>
              <a:buNone/>
              <a:defRPr sz="2400"/>
            </a:lvl5pPr>
          </a:lstStyle>
          <a:p xmlns:a="http://schemas.openxmlformats.org/drawingml/2006/main">
            <a:pPr lvl="0">
              <a:buNone/>
            </a:pPr>
            <a:r>
              <a:t>Click to add subtitle (optional)…</a:t>
            </a:r>
          </a:p>
        </p:txBody>
      </p:sp>
      <p:pic>
        <p:nvPicPr>
          <p:cNvPr id="20" name="Picture 11"/>
          <p:cNvPicPr>
            <a:picLocks xmlns:a="http://schemas.openxmlformats.org/drawingml/2006/main" noChangeAspect="1"/>
          </p:cNvPicPr>
          <p:nvPr/>
        </p:nvPicPr>
        <p:blipFill>
          <a:blip xmlns:r="http://schemas.openxmlformats.org/officeDocument/2006/relationships" xmlns:a="http://schemas.openxmlformats.org/drawingml/2006/main" r:embed="R520bb1c54d2d411b"/>
          <a:stretch xmlns:a="http://schemas.openxmlformats.org/drawingml/2006/main">
            <a:fillRect l="0" t="0" r="0" b="0"/>
          </a:stretch>
        </p:blipFill>
        <p:spPr>
          <a:xfrm xmlns:a="http://schemas.openxmlformats.org/drawingml/2006/main">
            <a:off x="4740464" y="5189156"/>
            <a:ext cx="2719479" cy="1668844"/>
          </a:xfrm>
          <a:prstGeom xmlns:a="http://schemas.openxmlformats.org/drawingml/2006/main" prst="rect">
            <a:avLst/>
          </a:prstGeom>
        </p:spPr>
      </p:pic>
    </p:spTree>
  </p:cSld>
</p:sldLayout>
</file>

<file path=ppt/slideLayouts/slideLayout4.xml><?xml version="1.0" encoding="utf-8"?>
<p:sldLayout xmlns:p="http://schemas.openxmlformats.org/presentationml/2006/main" showMasterSp="0" preserve="1" userDrawn="1">
  <p:cSld name="MT: Chapter Slide">
    <p:spTree>
      <p:nvGrpSpPr>
        <p:cNvPr id="1" name=""/>
        <p:cNvGrpSpPr/>
        <p:nvPr/>
      </p:nvGrpSpPr>
      <p:grpSpPr>
        <a:xfrm xmlns:a="http://schemas.openxmlformats.org/drawingml/2006/main"/>
      </p:grpSpPr>
      <p:sp>
        <p:nvSpPr>
          <p:cNvPr id="6" name="Rectangle 37">
            <a:extLst xmlns:a="http://schemas.openxmlformats.org/drawingml/2006/main">
              <a:ext uri="{FF2B5EF4-FFF2-40B4-BE49-F238E27FC236}">
                <a16:creationId xmlns:a16="http://schemas.microsoft.com/office/drawing/2014/main" id="{6EE79A08-517C-4EFA-A867-837B15F0EB1F}"/>
              </a:ext>
            </a:extLst>
          </p:cNvPr>
          <p:cNvSpPr>
            <a:spLocks xmlns:a="http://schemas.openxmlformats.org/drawingml/2006/main" noGrp="1"/>
          </p:cNvSpPr>
          <p:nvPr/>
        </p:nvSpPr>
        <p:spPr>
          <a:xfrm xmlns:a="http://schemas.openxmlformats.org/drawingml/2006/main">
            <a:off x="0" y="0"/>
            <a:ext cx="6096000" cy="6237312"/>
          </a:xfrm>
          <a:prstGeom xmlns:a="http://schemas.openxmlformats.org/drawingml/2006/main" prst="rect">
            <a:avLst/>
          </a:prstGeom>
          <a:gradFill xmlns:a="http://schemas.openxmlformats.org/drawingml/2006/main" rotWithShape="0">
            <a:gsLst>
              <a:gs pos="0">
                <a:schemeClr val="tx1"/>
              </a:gs>
              <a:gs pos="100000">
                <a:schemeClr val="bg1"/>
              </a:gs>
              <a:gs pos="70000">
                <a:schemeClr val="bg2"/>
              </a:gs>
            </a:gsLst>
            <a:lin ang="5400000" scaled="1"/>
          </a:gradFill>
          <a:ln xmlns:a="http://schemas.openxmlformats.org/drawingml/2006/main">
            <a:noFill/>
          </a:ln>
        </p:spPr>
        <p:txBody>
          <a:bodyPr xmlns:a="http://schemas.openxmlformats.org/drawingml/2006/main" wrap="none" lIns="0" tIns="0" rIns="72000" bIns="0" anchor="ctr"/>
          <a:lstStyle xmlns:a="http://schemas.openxmlformats.org/drawingml/2006/main"/>
          <a:p xmlns:a="http://schemas.openxmlformats.org/drawingml/2006/main">
            <a:pPr algn="ctr">
              <a:buNone/>
            </a:pPr>
          </a:p>
        </p:txBody>
      </p:sp>
      <p:sp>
        <p:nvSpPr>
          <p:cNvPr id="3" name="Body1">
            <a:extLst xmlns:a="http://schemas.openxmlformats.org/drawingml/2006/main">
              <a:ext uri="{FF2B5EF4-FFF2-40B4-BE49-F238E27FC236}">
                <a16:creationId xmlns:a16="http://schemas.microsoft.com/office/drawing/2014/main" id="{13A43152-FCE3-4E2C-8538-E01C136C8D39}"/>
              </a:ext>
            </a:extLst>
          </p:cNvPr>
          <p:cNvSpPr>
            <a:spLocks xmlns:a="http://schemas.openxmlformats.org/drawingml/2006/main" noGrp="1"/>
          </p:cNvSpPr>
          <p:nvPr>
            <p:ph type="body" idx="1" hasCustomPrompt="1"/>
          </p:nvPr>
        </p:nvSpPr>
        <p:spPr>
          <a:xfrm xmlns:a="http://schemas.openxmlformats.org/drawingml/2006/main">
            <a:off x="6294285" y="3212977"/>
            <a:ext cx="5376929" cy="3168773"/>
          </a:xfrm>
        </p:spPr>
        <p:txBody>
          <a:bodyPr xmlns:a="http://schemas.openxmlformats.org/drawingml/2006/main" anchor="t"/>
          <a:lstStyle xmlns:a="http://schemas.openxmlformats.org/drawingml/2006/main">
            <a:lvl1pPr marL="216000" indent="-216000">
              <a:buFont typeface="Wingdings"/>
              <a:buChar char="§"/>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add chapter topic…</a:t>
            </a:r>
          </a:p>
        </p:txBody>
      </p:sp>
      <p:sp>
        <p:nvSpPr>
          <p:cNvPr id="4" name="Titel 3">
            <a:extLst xmlns:a="http://schemas.openxmlformats.org/drawingml/2006/main">
              <a:ext uri="{FF2B5EF4-FFF2-40B4-BE49-F238E27FC236}">
                <a16:creationId xmlns:a16="http://schemas.microsoft.com/office/drawing/2014/main" id="{1F2D2F31-AAFE-4CAB-841B-C5733EABF9E3}"/>
              </a:ext>
            </a:extLst>
          </p:cNvPr>
          <p:cNvSpPr>
            <a:spLocks xmlns:a="http://schemas.openxmlformats.org/drawingml/2006/main" noGrp="1"/>
          </p:cNvSpPr>
          <p:nvPr>
            <p:ph type="title" idx="0" hasCustomPrompt="1"/>
          </p:nvPr>
        </p:nvSpPr>
        <p:spPr>
          <a:xfrm xmlns:a="http://schemas.openxmlformats.org/drawingml/2006/main">
            <a:off x="520787" y="1484314"/>
            <a:ext cx="5376335" cy="1584637"/>
          </a:xfrm>
        </p:spPr>
        <p:txBody>
          <a:bodyPr xmlns:a="http://schemas.openxmlformats.org/drawingml/2006/main" vert="horz"/>
          <a:lstStyle xmlns:a="http://schemas.openxmlformats.org/drawingml/2006/main">
            <a:lvl1pPr algn="r">
              <a:buNone/>
              <a:defRPr baseline="0"/>
            </a:lvl1pPr>
          </a:lstStyle>
          <a:p xmlns:a="http://schemas.openxmlformats.org/drawingml/2006/main">
            <a:r>
              <a:t>Click to add chapter name…</a:t>
            </a:r>
          </a:p>
        </p:txBody>
      </p:sp>
      <p:sp>
        <p:nvSpPr>
          <p:cNvPr id="10" name="Gerade Verbindung 9">
            <a:extLst xmlns:a="http://schemas.openxmlformats.org/drawingml/2006/main">
              <a:ext uri="{FF2B5EF4-FFF2-40B4-BE49-F238E27FC236}">
                <a16:creationId xmlns:a16="http://schemas.microsoft.com/office/drawing/2014/main" id="{41ACB3DC-1DC8-4393-9141-D50D82C654F6}"/>
              </a:ext>
            </a:extLst>
          </p:cNvPr>
          <p:cNvSpPr>
            <a:spLocks xmlns:a="http://schemas.openxmlformats.org/drawingml/2006/main" noGrp="1"/>
          </p:cNvSpPr>
          <p:nvPr/>
        </p:nvSpPr>
        <p:spPr>
          <a:xfrm xmlns:a="http://schemas.openxmlformats.org/drawingml/2006/main">
            <a:off x="6288001" y="2898001"/>
            <a:ext cx="5376924" cy="8175"/>
          </a:xfrm>
          <a:prstGeom xmlns:a="http://schemas.openxmlformats.org/drawingml/2006/main" prst="line">
            <a:avLst/>
          </a:prstGeom>
          <a:ln xmlns:a="http://schemas.openxmlformats.org/drawingml/2006/main" w="12700">
            <a:solidFill>
              <a:schemeClr val="accent1"/>
            </a:solidFill>
            <a:prstDash val="sys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Bildplatzhalter 7">
            <a:extLst xmlns:a="http://schemas.openxmlformats.org/drawingml/2006/main">
              <a:ext uri="{FF2B5EF4-FFF2-40B4-BE49-F238E27FC236}">
                <a16:creationId xmlns:a16="http://schemas.microsoft.com/office/drawing/2014/main" id="{6191EC85-81E9-4961-9FBD-81C2038B9FF7}"/>
              </a:ext>
            </a:extLst>
          </p:cNvPr>
          <p:cNvSpPr>
            <a:spLocks xmlns:a="http://schemas.openxmlformats.org/drawingml/2006/main" noGrp="1"/>
          </p:cNvSpPr>
          <p:nvPr>
            <p:ph type="pic" idx="11" hasCustomPrompt="1"/>
          </p:nvPr>
        </p:nvSpPr>
        <p:spPr>
          <a:xfrm xmlns:a="http://schemas.openxmlformats.org/drawingml/2006/main">
            <a:off x="6096000" y="1"/>
            <a:ext cx="6096000" cy="2924175"/>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Tree>
  </p:cSld>
</p:sldLayout>
</file>

<file path=ppt/slideLayouts/slideLayout5.xml><?xml version="1.0" encoding="utf-8"?>
<p:sldLayout xmlns:p="http://schemas.openxmlformats.org/presentationml/2006/main" preserve="1" userDrawn="1">
  <p:cSld name="MT: Text Only">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82F22E2E-3FC5-4EC2-8A14-74EEAA5A3EA1}"/>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3" name="Body1">
            <a:extLst xmlns:a="http://schemas.openxmlformats.org/drawingml/2006/main">
              <a:ext uri="{FF2B5EF4-FFF2-40B4-BE49-F238E27FC236}">
                <a16:creationId xmlns:a16="http://schemas.microsoft.com/office/drawing/2014/main" id="{4D6FA72C-D586-4708-863F-12F6A997C9AD}"/>
              </a:ext>
            </a:extLst>
          </p:cNvPr>
          <p:cNvSpPr>
            <a:spLocks xmlns:a="http://schemas.openxmlformats.org/drawingml/2006/main" noGrp="1"/>
          </p:cNvSpPr>
          <p:nvPr>
            <p:ph idx="1"/>
          </p:nvPr>
        </p:nvSpPr>
        <p:spPr>
          <a:xfrm xmlns:a="http://schemas.openxmlformats.org/drawingml/2006/main">
            <a:off x="520454" y="1016000"/>
            <a:ext cx="11155275" cy="53657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Foliennummernplatzhalter 3">
            <a:extLst xmlns:a="http://schemas.openxmlformats.org/drawingml/2006/main">
              <a:ext uri="{FF2B5EF4-FFF2-40B4-BE49-F238E27FC236}">
                <a16:creationId xmlns:a16="http://schemas.microsoft.com/office/drawing/2014/main" id="{A2FB1458-3317-4439-870D-CCA2B8AF664A}"/>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6" name="Footer Placeholder 5">
            <a:extLst xmlns:a="http://schemas.openxmlformats.org/drawingml/2006/main">
              <a:ext uri="{FF2B5EF4-FFF2-40B4-BE49-F238E27FC236}">
                <a16:creationId xmlns:a16="http://schemas.microsoft.com/office/drawing/2014/main" id="{7075FABC-BDE3-4772-984A-68C7B6A8F0BF}"/>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6.xml><?xml version="1.0" encoding="utf-8"?>
<p:sldLayout xmlns:p="http://schemas.openxmlformats.org/presentationml/2006/main" preserve="1" userDrawn="1">
  <p:cSld name="MT: Standard Slide">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B0F0BB87-3E78-4865-BE07-A51321485BFE}"/>
              </a:ext>
            </a:extLst>
          </p:cNvPr>
          <p:cNvSpPr>
            <a:spLocks xmlns:a="http://schemas.openxmlformats.org/drawingml/2006/main" noGrp="1"/>
          </p:cNvSpPr>
          <p:nvPr>
            <p:ph type="title" idx="0" hasCustomPrompt="1"/>
          </p:nvPr>
        </p:nvSpPr>
        <p:spPr>
          <a:xfrm xmlns:a="http://schemas.openxmlformats.org/drawingml/2006/main">
            <a:off x="520786" y="188640"/>
            <a:ext cx="9216619" cy="573361"/>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9" name="Subline">
            <a:extLst xmlns:a="http://schemas.openxmlformats.org/drawingml/2006/main">
              <a:ext uri="{FF2B5EF4-FFF2-40B4-BE49-F238E27FC236}">
                <a16:creationId xmlns:a16="http://schemas.microsoft.com/office/drawing/2014/main" id="{23C00613-23C5-4EF7-A52A-48297735EB79}"/>
              </a:ext>
            </a:extLst>
          </p:cNvPr>
          <p:cNvSpPr>
            <a:spLocks xmlns:a="http://schemas.openxmlformats.org/drawingml/2006/main" noGrp="1"/>
          </p:cNvSpPr>
          <p:nvPr>
            <p:ph type="title" idx="99" hasCustomPrompt="1"/>
          </p:nvPr>
        </p:nvSpPr>
        <p:spPr>
          <a:xfrm xmlns:a="http://schemas.openxmlformats.org/drawingml/2006/main">
            <a:off x="520786" y="1016000"/>
            <a:ext cx="11154942" cy="324768"/>
          </a:xfrm>
        </p:spPr>
        <p:txBody>
          <a:bodyPr xmlns:a="http://schemas.openxmlformats.org/drawingml/2006/main" vert="horz" tIns="0"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3" name="Body1">
            <a:extLst xmlns:a="http://schemas.openxmlformats.org/drawingml/2006/main">
              <a:ext uri="{FF2B5EF4-FFF2-40B4-BE49-F238E27FC236}">
                <a16:creationId xmlns:a16="http://schemas.microsoft.com/office/drawing/2014/main" id="{BCACA4C7-4BCC-49AE-8BE0-9E1F69AC79BC}"/>
              </a:ext>
            </a:extLst>
          </p:cNvPr>
          <p:cNvSpPr>
            <a:spLocks xmlns:a="http://schemas.openxmlformats.org/drawingml/2006/main" noGrp="1"/>
          </p:cNvSpPr>
          <p:nvPr>
            <p:ph idx="1"/>
          </p:nvPr>
        </p:nvSpPr>
        <p:spPr>
          <a:xfrm xmlns:a="http://schemas.openxmlformats.org/drawingml/2006/main">
            <a:off x="520786" y="1485900"/>
            <a:ext cx="11155276" cy="48958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35" name="Foliennummernplatzhalter 3">
            <a:extLst xmlns:a="http://schemas.openxmlformats.org/drawingml/2006/main">
              <a:ext uri="{FF2B5EF4-FFF2-40B4-BE49-F238E27FC236}">
                <a16:creationId xmlns:a16="http://schemas.microsoft.com/office/drawing/2014/main" id="{BECA9C3F-11B1-4BE6-B9C6-B5C9A44E0708}"/>
              </a:ext>
            </a:extLst>
          </p:cNvPr>
          <p:cNvSpPr>
            <a:spLocks xmlns:a="http://schemas.openxmlformats.org/drawingml/2006/main" noGrp="1"/>
          </p:cNvSpPr>
          <p:nvPr>
            <p:ph type="sldNum" idx="100"/>
          </p:nvPr>
        </p:nvSpPr>
        <p:spPr>
          <a:xfrm xmlns:a="http://schemas.openxmlformats.org/drawingml/2006/main">
            <a:off x="11664000" y="327719"/>
            <a:ext cx="528000" cy="432000"/>
          </a:xfrm>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7" name="Footer Placeholder 5">
            <a:extLst xmlns:a="http://schemas.openxmlformats.org/drawingml/2006/main">
              <a:ext uri="{FF2B5EF4-FFF2-40B4-BE49-F238E27FC236}">
                <a16:creationId xmlns:a16="http://schemas.microsoft.com/office/drawing/2014/main" id="{4DA6A8FE-5DE3-4440-90EE-B06249410012}"/>
              </a:ext>
            </a:extLst>
          </p:cNvPr>
          <p:cNvSpPr>
            <a:spLocks xmlns:a="http://schemas.openxmlformats.org/drawingml/2006/main" noGrp="1"/>
          </p:cNvSpPr>
          <p:nvPr>
            <p:ph type="ftr" idx="3"/>
          </p:nvPr>
        </p:nvSpPr>
        <p:spPr>
          <a:xfrm xmlns:a="http://schemas.openxmlformats.org/drawingml/2006/main">
            <a:off x="520786"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7.xml><?xml version="1.0" encoding="utf-8"?>
<p:sldLayout xmlns:p="http://schemas.openxmlformats.org/presentationml/2006/main" preserve="1" userDrawn="1">
  <p:cSld name="MT: Full Page Chart Or Table">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D75D6083-1A93-43BD-AB47-9FE063B392E0}"/>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9" name="Subline">
            <a:extLst xmlns:a="http://schemas.openxmlformats.org/drawingml/2006/main">
              <a:ext uri="{FF2B5EF4-FFF2-40B4-BE49-F238E27FC236}">
                <a16:creationId xmlns:a16="http://schemas.microsoft.com/office/drawing/2014/main" id="{95DA5FC1-B1ED-4EC7-94A9-361E62101DD8}"/>
              </a:ext>
            </a:extLst>
          </p:cNvPr>
          <p:cNvSpPr>
            <a:spLocks xmlns:a="http://schemas.openxmlformats.org/drawingml/2006/main" noGrp="1"/>
          </p:cNvSpPr>
          <p:nvPr>
            <p:ph type="title" idx="99" hasCustomPrompt="1"/>
          </p:nvPr>
        </p:nvSpPr>
        <p:spPr>
          <a:xfrm xmlns:a="http://schemas.openxmlformats.org/drawingml/2006/main">
            <a:off x="520454" y="1016000"/>
            <a:ext cx="11154945" cy="324769"/>
          </a:xfrm>
        </p:spPr>
        <p:txBody>
          <a:bodyPr xmlns:a="http://schemas.openxmlformats.org/drawingml/2006/main" vert="horz" tIns="0"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3" name="Body1">
            <a:extLst xmlns:a="http://schemas.openxmlformats.org/drawingml/2006/main">
              <a:ext uri="{FF2B5EF4-FFF2-40B4-BE49-F238E27FC236}">
                <a16:creationId xmlns:a16="http://schemas.microsoft.com/office/drawing/2014/main" id="{CD978216-4FEC-48BF-9078-1B8DE9ADC6ED}"/>
              </a:ext>
            </a:extLst>
          </p:cNvPr>
          <p:cNvSpPr>
            <a:spLocks xmlns:a="http://schemas.openxmlformats.org/drawingml/2006/main" noGrp="1"/>
          </p:cNvSpPr>
          <p:nvPr>
            <p:ph idx="1" hasCustomPrompt="1"/>
          </p:nvPr>
        </p:nvSpPr>
        <p:spPr>
          <a:xfrm xmlns:a="http://schemas.openxmlformats.org/drawingml/2006/main">
            <a:off x="520453" y="1485900"/>
            <a:ext cx="11155609" cy="446338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sz="1600" baseline="0"/>
            </a:lvl1pPr>
          </a:lstStyle>
          <a:p xmlns:a="http://schemas.openxmlformats.org/drawingml/2006/main">
            <a:pPr lvl="0">
              <a:buNone/>
            </a:pPr>
            <a:r>
              <a:t>Click icon to insert chart or table</a:t>
            </a:r>
          </a:p>
        </p:txBody>
      </p:sp>
      <p:sp>
        <p:nvSpPr>
          <p:cNvPr id="4" name="Foliennummernplatzhalter 3">
            <a:extLst xmlns:a="http://schemas.openxmlformats.org/drawingml/2006/main">
              <a:ext uri="{FF2B5EF4-FFF2-40B4-BE49-F238E27FC236}">
                <a16:creationId xmlns:a16="http://schemas.microsoft.com/office/drawing/2014/main" id="{8EA5B427-B4E3-439B-8C46-D8EFA528AABA}"/>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6" name="Text Placeholder 5">
            <a:extLst xmlns:a="http://schemas.openxmlformats.org/drawingml/2006/main">
              <a:ext uri="{FF2B5EF4-FFF2-40B4-BE49-F238E27FC236}">
                <a16:creationId xmlns:a16="http://schemas.microsoft.com/office/drawing/2014/main" id="{4CB37A22-2D25-4729-BD91-4BA4019C3C25}"/>
              </a:ext>
            </a:extLst>
          </p:cNvPr>
          <p:cNvSpPr>
            <a:spLocks xmlns:a="http://schemas.openxmlformats.org/drawingml/2006/main" noGrp="1"/>
          </p:cNvSpPr>
          <p:nvPr>
            <p:ph type="body" idx="101" hasCustomPrompt="1"/>
          </p:nvPr>
        </p:nvSpPr>
        <p:spPr>
          <a:xfrm xmlns:a="http://schemas.openxmlformats.org/drawingml/2006/main">
            <a:off x="520453" y="6093296"/>
            <a:ext cx="11155609" cy="288032"/>
          </a:xfrm>
        </p:spPr>
        <p:txBody>
          <a:bodyPr xmlns:a="http://schemas.openxmlformats.org/drawingml/2006/main"/>
          <a:lstStyle xmlns:a="http://schemas.openxmlformats.org/drawingml/2006/main">
            <a:lvl1pPr marL="0" indent="0">
              <a:buNone/>
              <a:defRPr sz="1400" baseline="0"/>
            </a:lvl1pPr>
          </a:lstStyle>
          <a:p xmlns:a="http://schemas.openxmlformats.org/drawingml/2006/main">
            <a:pPr lvl="0">
              <a:buNone/>
            </a:pPr>
            <a:r>
              <a:t>Add chart/table description</a:t>
            </a:r>
          </a:p>
        </p:txBody>
      </p:sp>
      <p:sp>
        <p:nvSpPr>
          <p:cNvPr id="13" name="Footer Placeholder 5">
            <a:extLst xmlns:a="http://schemas.openxmlformats.org/drawingml/2006/main">
              <a:ext uri="{FF2B5EF4-FFF2-40B4-BE49-F238E27FC236}">
                <a16:creationId xmlns:a16="http://schemas.microsoft.com/office/drawing/2014/main" id="{372CAD24-CA91-46F0-8D23-AFBE2721FEB0}"/>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8.xml><?xml version="1.0" encoding="utf-8"?>
<p:sldLayout xmlns:p="http://schemas.openxmlformats.org/presentationml/2006/main" preserve="1" userDrawn="1">
  <p:cSld name="MT: Tagline Only">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91145204-F1A8-49A7-BC2A-76B3329FBB80}"/>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baseline="0"/>
            </a:lvl1pPr>
          </a:lstStyle>
          <a:p xmlns:a="http://schemas.openxmlformats.org/drawingml/2006/main">
            <a:r>
              <a:t>Click to add topic</a:t>
            </a:r>
          </a:p>
        </p:txBody>
      </p:sp>
      <p:sp>
        <p:nvSpPr>
          <p:cNvPr id="6" name="Subline">
            <a:extLst xmlns:a="http://schemas.openxmlformats.org/drawingml/2006/main">
              <a:ext uri="{FF2B5EF4-FFF2-40B4-BE49-F238E27FC236}">
                <a16:creationId xmlns:a16="http://schemas.microsoft.com/office/drawing/2014/main" id="{6C8895B9-A4C9-4970-BE4A-2EDF4F94FCD6}"/>
              </a:ext>
            </a:extLst>
          </p:cNvPr>
          <p:cNvSpPr>
            <a:spLocks xmlns:a="http://schemas.openxmlformats.org/drawingml/2006/main" noGrp="1"/>
          </p:cNvSpPr>
          <p:nvPr>
            <p:ph type="title" idx="99" hasCustomPrompt="1"/>
          </p:nvPr>
        </p:nvSpPr>
        <p:spPr>
          <a:xfrm xmlns:a="http://schemas.openxmlformats.org/drawingml/2006/main">
            <a:off x="520453" y="1016000"/>
            <a:ext cx="11155609"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3" name="Foliennummernplatzhalter 2">
            <a:extLst xmlns:a="http://schemas.openxmlformats.org/drawingml/2006/main">
              <a:ext uri="{FF2B5EF4-FFF2-40B4-BE49-F238E27FC236}">
                <a16:creationId xmlns:a16="http://schemas.microsoft.com/office/drawing/2014/main" id="{A771B59F-9DF3-4B3E-B99D-77C488E5A607}"/>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11" name="Footer Placeholder 5">
            <a:extLst xmlns:a="http://schemas.openxmlformats.org/drawingml/2006/main">
              <a:ext uri="{FF2B5EF4-FFF2-40B4-BE49-F238E27FC236}">
                <a16:creationId xmlns:a16="http://schemas.microsoft.com/office/drawing/2014/main" id="{51CC508A-9A45-4BFA-AF3D-498236D0692B}"/>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9.xml><?xml version="1.0" encoding="utf-8"?>
<p:sldLayout xmlns:p="http://schemas.openxmlformats.org/presentationml/2006/main" preserve="1" userDrawn="1">
  <p:cSld name="MT: Empty Slide">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5E816831-B371-4BC3-9FEA-331FC7848495}"/>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baseline="0"/>
            </a:lvl1pPr>
          </a:lstStyle>
          <a:p xmlns:a="http://schemas.openxmlformats.org/drawingml/2006/main">
            <a:r>
              <a:t>Click to add topic</a:t>
            </a:r>
          </a:p>
        </p:txBody>
      </p:sp>
      <p:sp>
        <p:nvSpPr>
          <p:cNvPr id="3" name="Foliennummernplatzhalter 2">
            <a:extLst xmlns:a="http://schemas.openxmlformats.org/drawingml/2006/main">
              <a:ext uri="{FF2B5EF4-FFF2-40B4-BE49-F238E27FC236}">
                <a16:creationId xmlns:a16="http://schemas.microsoft.com/office/drawing/2014/main" id="{0561B99F-848B-4114-8902-8FED72689DB0}"/>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9" name="Footer Placeholder 5">
            <a:extLst xmlns:a="http://schemas.openxmlformats.org/drawingml/2006/main">
              <a:ext uri="{FF2B5EF4-FFF2-40B4-BE49-F238E27FC236}">
                <a16:creationId xmlns:a16="http://schemas.microsoft.com/office/drawing/2014/main" id="{D0A3C469-8B84-4047-B855-082CEF591872}"/>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0.xml><?xml version="1.0" encoding="utf-8"?>
<p:sldLayout xmlns:p="http://schemas.openxmlformats.org/presentationml/2006/main" preserve="1" userDrawn="1">
  <p:cSld name="MT: Image Whole Slide Widt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13ECF7-D5A6-4CC1-9CE0-79A35CE65883}"/>
              </a:ext>
            </a:extLst>
          </p:cNvPr>
          <p:cNvSpPr>
            <a:spLocks xmlns:a="http://schemas.openxmlformats.org/drawingml/2006/main" noGrp="1"/>
          </p:cNvSpPr>
          <p:nvPr>
            <p:ph type="title" idx="0" hasCustomPrompt="1"/>
          </p:nvPr>
        </p:nvSpPr>
        <p:spPr>
          <a:xfrm xmlns:a="http://schemas.openxmlformats.org/drawingml/2006/main">
            <a:off x="520123" y="188641"/>
            <a:ext cx="9217024" cy="573984"/>
          </a:xfrm>
        </p:spPr>
        <p:txBody>
          <a:bodyPr xmlns:a="http://schemas.openxmlformats.org/drawingml/2006/main" vert="horz"/>
          <a:lstStyle xmlns:a="http://schemas.openxmlformats.org/drawingml/2006/main"/>
          <a:p xmlns:a="http://schemas.openxmlformats.org/drawingml/2006/main">
            <a:r>
              <a:t>Click to add topic</a:t>
            </a:r>
          </a:p>
        </p:txBody>
      </p:sp>
      <p:sp>
        <p:nvSpPr>
          <p:cNvPr id="3" name="Slide Number Placeholder 2">
            <a:extLst xmlns:a="http://schemas.openxmlformats.org/drawingml/2006/main">
              <a:ext uri="{FF2B5EF4-FFF2-40B4-BE49-F238E27FC236}">
                <a16:creationId xmlns:a16="http://schemas.microsoft.com/office/drawing/2014/main" id="{3D9296E0-1699-4E78-BB44-AA9F0868EBFC}"/>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7" name="Bildplatzhalter 7">
            <a:extLst xmlns:a="http://schemas.openxmlformats.org/drawingml/2006/main">
              <a:ext uri="{FF2B5EF4-FFF2-40B4-BE49-F238E27FC236}">
                <a16:creationId xmlns:a16="http://schemas.microsoft.com/office/drawing/2014/main" id="{CA04F3C5-3343-4616-8DC6-CBB5DDAAB059}"/>
              </a:ext>
            </a:extLst>
          </p:cNvPr>
          <p:cNvSpPr>
            <a:spLocks xmlns:a="http://schemas.openxmlformats.org/drawingml/2006/main" noGrp="1"/>
          </p:cNvSpPr>
          <p:nvPr>
            <p:ph type="pic" idx="12" hasCustomPrompt="1"/>
          </p:nvPr>
        </p:nvSpPr>
        <p:spPr>
          <a:xfrm xmlns:a="http://schemas.openxmlformats.org/drawingml/2006/main">
            <a:off x="0" y="803950"/>
            <a:ext cx="12192000" cy="6054049"/>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2" name="Footer Placeholder 5">
            <a:extLst xmlns:a="http://schemas.openxmlformats.org/drawingml/2006/main">
              <a:ext uri="{FF2B5EF4-FFF2-40B4-BE49-F238E27FC236}">
                <a16:creationId xmlns:a16="http://schemas.microsoft.com/office/drawing/2014/main" id="{BC268B01-4582-4DB0-B334-C5A959C686CF}"/>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1.xml><?xml version="1.0" encoding="utf-8"?>
<p:sldLayout xmlns:p="http://schemas.openxmlformats.org/presentationml/2006/main" preserve="1" userDrawn="1">
  <p:cSld name="MT: Image Whole Slide Width;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13ECF7-D5A6-4CC1-9CE0-79A35CE65883}"/>
              </a:ext>
            </a:extLst>
          </p:cNvPr>
          <p:cNvSpPr>
            <a:spLocks xmlns:a="http://schemas.openxmlformats.org/drawingml/2006/main" noGrp="1"/>
          </p:cNvSpPr>
          <p:nvPr>
            <p:ph type="title" idx="0" hasCustomPrompt="1"/>
          </p:nvPr>
        </p:nvSpPr>
        <p:spPr>
          <a:xfrm xmlns:a="http://schemas.openxmlformats.org/drawingml/2006/main">
            <a:off x="520123" y="188641"/>
            <a:ext cx="9217024" cy="573984"/>
          </a:xfrm>
        </p:spPr>
        <p:txBody>
          <a:bodyPr xmlns:a="http://schemas.openxmlformats.org/drawingml/2006/main" vert="horz"/>
          <a:lstStyle xmlns:a="http://schemas.openxmlformats.org/drawingml/2006/main"/>
          <a:p xmlns:a="http://schemas.openxmlformats.org/drawingml/2006/main">
            <a:r>
              <a:t>Click to add topic</a:t>
            </a:r>
          </a:p>
        </p:txBody>
      </p:sp>
      <p:sp>
        <p:nvSpPr>
          <p:cNvPr id="3" name="Slide Number Placeholder 2">
            <a:extLst xmlns:a="http://schemas.openxmlformats.org/drawingml/2006/main">
              <a:ext uri="{FF2B5EF4-FFF2-40B4-BE49-F238E27FC236}">
                <a16:creationId xmlns:a16="http://schemas.microsoft.com/office/drawing/2014/main" id="{3D9296E0-1699-4E78-BB44-AA9F0868EBFC}"/>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7" name="Bildplatzhalter 7">
            <a:extLst xmlns:a="http://schemas.openxmlformats.org/drawingml/2006/main">
              <a:ext uri="{FF2B5EF4-FFF2-40B4-BE49-F238E27FC236}">
                <a16:creationId xmlns:a16="http://schemas.microsoft.com/office/drawing/2014/main" id="{CA04F3C5-3343-4616-8DC6-CBB5DDAAB059}"/>
              </a:ext>
            </a:extLst>
          </p:cNvPr>
          <p:cNvSpPr>
            <a:spLocks xmlns:a="http://schemas.openxmlformats.org/drawingml/2006/main" noGrp="1"/>
          </p:cNvSpPr>
          <p:nvPr>
            <p:ph type="pic" idx="12" hasCustomPrompt="1"/>
          </p:nvPr>
        </p:nvSpPr>
        <p:spPr>
          <a:xfrm xmlns:a="http://schemas.openxmlformats.org/drawingml/2006/main">
            <a:off x="0" y="803951"/>
            <a:ext cx="12192000" cy="2517100"/>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9" name="Body1">
            <a:extLst xmlns:a="http://schemas.openxmlformats.org/drawingml/2006/main">
              <a:ext uri="{FF2B5EF4-FFF2-40B4-BE49-F238E27FC236}">
                <a16:creationId xmlns:a16="http://schemas.microsoft.com/office/drawing/2014/main" id="{D7C55B57-542A-4150-B3B6-251BFF73B516}"/>
              </a:ext>
            </a:extLst>
          </p:cNvPr>
          <p:cNvSpPr>
            <a:spLocks xmlns:a="http://schemas.openxmlformats.org/drawingml/2006/main" noGrp="1"/>
          </p:cNvSpPr>
          <p:nvPr>
            <p:ph idx="1" hasCustomPrompt="1"/>
          </p:nvPr>
        </p:nvSpPr>
        <p:spPr>
          <a:xfrm xmlns:a="http://schemas.openxmlformats.org/drawingml/2006/main">
            <a:off x="520123" y="3434455"/>
            <a:ext cx="11160001" cy="315674"/>
          </a:xfrm>
        </p:spPr>
        <p:txBody>
          <a:bodyPr xmlns:a="http://schemas.openxmlformats.org/drawingml/2006/main"/>
          <a:lstStyle xmlns:a="http://schemas.openxmlformats.org/drawingml/2006/main">
            <a:lvl1pPr marL="0" indent="0">
              <a:buFontTx/>
              <a:buNone/>
              <a:defRPr b="1"/>
            </a:lvl1pPr>
          </a:lstStyle>
          <a:p xmlns:a="http://schemas.openxmlformats.org/drawingml/2006/main">
            <a:pPr lvl="0">
              <a:buNone/>
            </a:pPr>
            <a:r>
              <a:t>Click to add </a:t>
            </a:r>
            <a:r>
              <a:t>subheader</a:t>
            </a:r>
          </a:p>
          <a:p xmlns:a="http://schemas.openxmlformats.org/drawingml/2006/main">
            <a:pPr lvl="0">
              <a:buNone/>
            </a:pPr>
          </a:p>
        </p:txBody>
      </p:sp>
      <p:sp>
        <p:nvSpPr>
          <p:cNvPr id="10" name="Body1">
            <a:extLst xmlns:a="http://schemas.openxmlformats.org/drawingml/2006/main">
              <a:ext uri="{FF2B5EF4-FFF2-40B4-BE49-F238E27FC236}">
                <a16:creationId xmlns:a16="http://schemas.microsoft.com/office/drawing/2014/main" id="{6EABA4CD-7759-4FA6-B358-524E10C88340}"/>
              </a:ext>
            </a:extLst>
          </p:cNvPr>
          <p:cNvSpPr>
            <a:spLocks xmlns:a="http://schemas.openxmlformats.org/drawingml/2006/main" noGrp="1"/>
          </p:cNvSpPr>
          <p:nvPr>
            <p:ph idx="13"/>
          </p:nvPr>
        </p:nvSpPr>
        <p:spPr>
          <a:xfrm xmlns:a="http://schemas.openxmlformats.org/drawingml/2006/main">
            <a:off x="520123" y="3987800"/>
            <a:ext cx="11160000" cy="23939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5">
            <a:extLst xmlns:a="http://schemas.openxmlformats.org/drawingml/2006/main">
              <a:ext uri="{FF2B5EF4-FFF2-40B4-BE49-F238E27FC236}">
                <a16:creationId xmlns:a16="http://schemas.microsoft.com/office/drawing/2014/main" id="{BC268B01-4582-4DB0-B334-C5A959C686CF}"/>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2.xml><?xml version="1.0" encoding="utf-8"?>
<p:sldLayout xmlns:p="http://schemas.openxmlformats.org/presentationml/2006/main" preserve="1" userDrawn="1">
  <p:cSld name="MT: Image Whole Slide Width, 3 Column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13ECF7-D5A6-4CC1-9CE0-79A35CE65883}"/>
              </a:ext>
            </a:extLst>
          </p:cNvPr>
          <p:cNvSpPr>
            <a:spLocks xmlns:a="http://schemas.openxmlformats.org/drawingml/2006/main" noGrp="1"/>
          </p:cNvSpPr>
          <p:nvPr>
            <p:ph type="title" idx="0" hasCustomPrompt="1"/>
          </p:nvPr>
        </p:nvSpPr>
        <p:spPr/>
        <p:txBody>
          <a:bodyPr xmlns:a="http://schemas.openxmlformats.org/drawingml/2006/main" vert="horz"/>
          <a:lstStyle xmlns:a="http://schemas.openxmlformats.org/drawingml/2006/main"/>
          <a:p xmlns:a="http://schemas.openxmlformats.org/drawingml/2006/main">
            <a:r>
              <a:t>Click to add topic</a:t>
            </a:r>
          </a:p>
        </p:txBody>
      </p:sp>
      <p:sp>
        <p:nvSpPr>
          <p:cNvPr id="3" name="Slide Number Placeholder 2">
            <a:extLst xmlns:a="http://schemas.openxmlformats.org/drawingml/2006/main">
              <a:ext uri="{FF2B5EF4-FFF2-40B4-BE49-F238E27FC236}">
                <a16:creationId xmlns:a16="http://schemas.microsoft.com/office/drawing/2014/main" id="{3D9296E0-1699-4E78-BB44-AA9F0868EBFC}"/>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7" name="Bildplatzhalter 7">
            <a:extLst xmlns:a="http://schemas.openxmlformats.org/drawingml/2006/main">
              <a:ext uri="{FF2B5EF4-FFF2-40B4-BE49-F238E27FC236}">
                <a16:creationId xmlns:a16="http://schemas.microsoft.com/office/drawing/2014/main" id="{CA04F3C5-3343-4616-8DC6-CBB5DDAAB059}"/>
              </a:ext>
            </a:extLst>
          </p:cNvPr>
          <p:cNvSpPr>
            <a:spLocks xmlns:a="http://schemas.openxmlformats.org/drawingml/2006/main" noGrp="1"/>
          </p:cNvSpPr>
          <p:nvPr>
            <p:ph type="pic" idx="12" hasCustomPrompt="1"/>
          </p:nvPr>
        </p:nvSpPr>
        <p:spPr>
          <a:xfrm xmlns:a="http://schemas.openxmlformats.org/drawingml/2006/main">
            <a:off x="0" y="803951"/>
            <a:ext cx="12192000" cy="2517100"/>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1" name="Body1">
            <a:extLst xmlns:a="http://schemas.openxmlformats.org/drawingml/2006/main">
              <a:ext uri="{FF2B5EF4-FFF2-40B4-BE49-F238E27FC236}">
                <a16:creationId xmlns:a16="http://schemas.microsoft.com/office/drawing/2014/main" id="{76DA7266-7942-40B1-B56C-4D888FA56C0F}"/>
              </a:ext>
            </a:extLst>
          </p:cNvPr>
          <p:cNvSpPr>
            <a:spLocks xmlns:a="http://schemas.openxmlformats.org/drawingml/2006/main" noGrp="1"/>
          </p:cNvSpPr>
          <p:nvPr>
            <p:ph idx="13"/>
          </p:nvPr>
        </p:nvSpPr>
        <p:spPr>
          <a:xfrm xmlns:a="http://schemas.openxmlformats.org/drawingml/2006/main">
            <a:off x="520789" y="3434455"/>
            <a:ext cx="3449601" cy="2947371"/>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Body2">
            <a:extLst xmlns:a="http://schemas.openxmlformats.org/drawingml/2006/main">
              <a:ext uri="{FF2B5EF4-FFF2-40B4-BE49-F238E27FC236}">
                <a16:creationId xmlns:a16="http://schemas.microsoft.com/office/drawing/2014/main" id="{AB45FB46-F8C4-44E9-B5F7-7F29B25E688B}"/>
              </a:ext>
            </a:extLst>
          </p:cNvPr>
          <p:cNvSpPr>
            <a:spLocks xmlns:a="http://schemas.openxmlformats.org/drawingml/2006/main" noGrp="1"/>
          </p:cNvSpPr>
          <p:nvPr>
            <p:ph idx="2"/>
          </p:nvPr>
        </p:nvSpPr>
        <p:spPr>
          <a:xfrm xmlns:a="http://schemas.openxmlformats.org/drawingml/2006/main">
            <a:off x="4367808" y="3434455"/>
            <a:ext cx="3456385" cy="2947371"/>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3">
            <a:extLst xmlns:a="http://schemas.openxmlformats.org/drawingml/2006/main">
              <a:ext uri="{FF2B5EF4-FFF2-40B4-BE49-F238E27FC236}">
                <a16:creationId xmlns:a16="http://schemas.microsoft.com/office/drawing/2014/main" id="{32379907-2B9C-42A1-942C-94DF947884BD}"/>
              </a:ext>
            </a:extLst>
          </p:cNvPr>
          <p:cNvSpPr>
            <a:spLocks xmlns:a="http://schemas.openxmlformats.org/drawingml/2006/main" noGrp="1"/>
          </p:cNvSpPr>
          <p:nvPr>
            <p:ph idx="3"/>
          </p:nvPr>
        </p:nvSpPr>
        <p:spPr>
          <a:xfrm xmlns:a="http://schemas.openxmlformats.org/drawingml/2006/main">
            <a:off x="8214498" y="3434455"/>
            <a:ext cx="3456716" cy="2947371"/>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 name="Footer Placeholder 5">
            <a:extLst xmlns:a="http://schemas.openxmlformats.org/drawingml/2006/main">
              <a:ext uri="{FF2B5EF4-FFF2-40B4-BE49-F238E27FC236}">
                <a16:creationId xmlns:a16="http://schemas.microsoft.com/office/drawing/2014/main" id="{785CAE92-23EC-4A40-8E9A-0DF9991DFE04}"/>
              </a:ext>
            </a:extLst>
          </p:cNvPr>
          <p:cNvSpPr>
            <a:spLocks xmlns:a="http://schemas.openxmlformats.org/drawingml/2006/main" noGrp="1"/>
          </p:cNvSpPr>
          <p:nvPr>
            <p:ph type="ftr" idx="14"/>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3.xml><?xml version="1.0" encoding="utf-8"?>
<p:sldLayout xmlns:p="http://schemas.openxmlformats.org/presentationml/2006/main" preserve="1" userDrawn="1">
  <p:cSld name="MT: 4 Images, 4 Columns">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65F29D01-2A87-4727-9289-D6784601ED03}"/>
              </a:ext>
            </a:extLst>
          </p:cNvPr>
          <p:cNvSpPr>
            <a:spLocks xmlns:a="http://schemas.openxmlformats.org/drawingml/2006/main" noGrp="1"/>
          </p:cNvSpPr>
          <p:nvPr>
            <p:ph type="title" idx="0" hasCustomPrompt="1"/>
          </p:nvPr>
        </p:nvSpPr>
        <p:spPr>
          <a:xfrm xmlns:a="http://schemas.openxmlformats.org/drawingml/2006/main">
            <a:off x="520786" y="188640"/>
            <a:ext cx="9216619" cy="573361"/>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235" name="Foliennummernplatzhalter 3">
            <a:extLst xmlns:a="http://schemas.openxmlformats.org/drawingml/2006/main">
              <a:ext uri="{FF2B5EF4-FFF2-40B4-BE49-F238E27FC236}">
                <a16:creationId xmlns:a16="http://schemas.microsoft.com/office/drawing/2014/main" id="{63ECDB4F-A63D-45C3-8AEC-5A2E80118DE4}"/>
              </a:ext>
            </a:extLst>
          </p:cNvPr>
          <p:cNvSpPr>
            <a:spLocks xmlns:a="http://schemas.openxmlformats.org/drawingml/2006/main" noGrp="1"/>
          </p:cNvSpPr>
          <p:nvPr>
            <p:ph type="sldNum" idx="100"/>
          </p:nvPr>
        </p:nvSpPr>
        <p:spPr>
          <a:xfrm xmlns:a="http://schemas.openxmlformats.org/drawingml/2006/main">
            <a:off x="11664000" y="327719"/>
            <a:ext cx="528000" cy="432000"/>
          </a:xfrm>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7" name="Footer Placeholder 5">
            <a:extLst xmlns:a="http://schemas.openxmlformats.org/drawingml/2006/main">
              <a:ext uri="{FF2B5EF4-FFF2-40B4-BE49-F238E27FC236}">
                <a16:creationId xmlns:a16="http://schemas.microsoft.com/office/drawing/2014/main" id="{CA67B857-E4E9-4064-B4B8-31C59F0F55E6}"/>
              </a:ext>
            </a:extLst>
          </p:cNvPr>
          <p:cNvSpPr>
            <a:spLocks xmlns:a="http://schemas.openxmlformats.org/drawingml/2006/main" noGrp="1"/>
          </p:cNvSpPr>
          <p:nvPr>
            <p:ph type="ftr" idx="3"/>
          </p:nvPr>
        </p:nvSpPr>
        <p:spPr>
          <a:xfrm xmlns:a="http://schemas.openxmlformats.org/drawingml/2006/main">
            <a:off x="520786"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
        <p:nvSpPr>
          <p:cNvPr id="8" name="Bildplatzhalter 7">
            <a:extLst xmlns:a="http://schemas.openxmlformats.org/drawingml/2006/main">
              <a:ext uri="{FF2B5EF4-FFF2-40B4-BE49-F238E27FC236}">
                <a16:creationId xmlns:a16="http://schemas.microsoft.com/office/drawing/2014/main" id="{E5630348-FB6D-4395-80D5-C42E9359A8F0}"/>
              </a:ext>
            </a:extLst>
          </p:cNvPr>
          <p:cNvSpPr>
            <a:spLocks xmlns:a="http://schemas.openxmlformats.org/drawingml/2006/main" noGrp="1"/>
          </p:cNvSpPr>
          <p:nvPr>
            <p:ph type="pic" idx="12" hasCustomPrompt="1"/>
          </p:nvPr>
        </p:nvSpPr>
        <p:spPr>
          <a:xfrm xmlns:a="http://schemas.openxmlformats.org/drawingml/2006/main">
            <a:off x="-1" y="810493"/>
            <a:ext cx="2988000" cy="2510558"/>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3" name="Bildplatzhalter 7">
            <a:extLst xmlns:a="http://schemas.openxmlformats.org/drawingml/2006/main">
              <a:ext uri="{FF2B5EF4-FFF2-40B4-BE49-F238E27FC236}">
                <a16:creationId xmlns:a16="http://schemas.microsoft.com/office/drawing/2014/main" id="{2DE64520-45FF-42BE-A6A2-7E107410648A}"/>
              </a:ext>
            </a:extLst>
          </p:cNvPr>
          <p:cNvSpPr>
            <a:spLocks xmlns:a="http://schemas.openxmlformats.org/drawingml/2006/main" noGrp="1"/>
          </p:cNvSpPr>
          <p:nvPr>
            <p:ph type="pic" idx="15" hasCustomPrompt="1"/>
          </p:nvPr>
        </p:nvSpPr>
        <p:spPr>
          <a:xfrm xmlns:a="http://schemas.openxmlformats.org/drawingml/2006/main">
            <a:off x="6133063" y="810493"/>
            <a:ext cx="2988000" cy="2510558"/>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4" name="Bildplatzhalter 7">
            <a:extLst xmlns:a="http://schemas.openxmlformats.org/drawingml/2006/main">
              <a:ext uri="{FF2B5EF4-FFF2-40B4-BE49-F238E27FC236}">
                <a16:creationId xmlns:a16="http://schemas.microsoft.com/office/drawing/2014/main" id="{1758E02F-CB0E-4C81-8989-D0B15562378B}"/>
              </a:ext>
            </a:extLst>
          </p:cNvPr>
          <p:cNvSpPr>
            <a:spLocks xmlns:a="http://schemas.openxmlformats.org/drawingml/2006/main" noGrp="1"/>
          </p:cNvSpPr>
          <p:nvPr>
            <p:ph type="pic" idx="102" hasCustomPrompt="1"/>
          </p:nvPr>
        </p:nvSpPr>
        <p:spPr>
          <a:xfrm xmlns:a="http://schemas.openxmlformats.org/drawingml/2006/main">
            <a:off x="3066531" y="810493"/>
            <a:ext cx="2988000" cy="2510558"/>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5" name="Bildplatzhalter 7">
            <a:extLst xmlns:a="http://schemas.openxmlformats.org/drawingml/2006/main">
              <a:ext uri="{FF2B5EF4-FFF2-40B4-BE49-F238E27FC236}">
                <a16:creationId xmlns:a16="http://schemas.microsoft.com/office/drawing/2014/main" id="{EC62C3CB-D2B5-4ED4-86FF-48CCD79279E7}"/>
              </a:ext>
            </a:extLst>
          </p:cNvPr>
          <p:cNvSpPr>
            <a:spLocks xmlns:a="http://schemas.openxmlformats.org/drawingml/2006/main" noGrp="1"/>
          </p:cNvSpPr>
          <p:nvPr>
            <p:ph type="pic" idx="103" hasCustomPrompt="1"/>
          </p:nvPr>
        </p:nvSpPr>
        <p:spPr>
          <a:xfrm xmlns:a="http://schemas.openxmlformats.org/drawingml/2006/main">
            <a:off x="9199596" y="810493"/>
            <a:ext cx="2988000" cy="2510558"/>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6" name="Body1">
            <a:extLst xmlns:a="http://schemas.openxmlformats.org/drawingml/2006/main">
              <a:ext uri="{FF2B5EF4-FFF2-40B4-BE49-F238E27FC236}">
                <a16:creationId xmlns:a16="http://schemas.microsoft.com/office/drawing/2014/main" id="{AD66C3E5-01C2-4242-B613-116668B4E98C}"/>
              </a:ext>
            </a:extLst>
          </p:cNvPr>
          <p:cNvSpPr>
            <a:spLocks xmlns:a="http://schemas.openxmlformats.org/drawingml/2006/main" noGrp="1"/>
          </p:cNvSpPr>
          <p:nvPr>
            <p:ph idx="1" hasCustomPrompt="1"/>
          </p:nvPr>
        </p:nvSpPr>
        <p:spPr>
          <a:xfrm xmlns:a="http://schemas.openxmlformats.org/drawingml/2006/main">
            <a:off x="513375" y="3434455"/>
            <a:ext cx="2477714" cy="315674"/>
          </a:xfrm>
        </p:spPr>
        <p:txBody>
          <a:bodyPr xmlns:a="http://schemas.openxmlformats.org/drawingml/2006/main"/>
          <a:lstStyle xmlns:a="http://schemas.openxmlformats.org/drawingml/2006/main">
            <a:lvl1pPr marL="0" indent="0">
              <a:buFontTx/>
              <a:buNone/>
              <a:defRPr b="1"/>
            </a:lvl1pPr>
          </a:lstStyle>
          <a:p xmlns:a="http://schemas.openxmlformats.org/drawingml/2006/main">
            <a:pPr lvl="0">
              <a:buNone/>
            </a:pPr>
            <a:r>
              <a:t>Click to add </a:t>
            </a:r>
            <a:r>
              <a:t>subheader</a:t>
            </a:r>
          </a:p>
          <a:p xmlns:a="http://schemas.openxmlformats.org/drawingml/2006/main">
            <a:pPr lvl="0">
              <a:buNone/>
            </a:pPr>
          </a:p>
        </p:txBody>
      </p:sp>
      <p:sp>
        <p:nvSpPr>
          <p:cNvPr id="17" name="Body1">
            <a:extLst xmlns:a="http://schemas.openxmlformats.org/drawingml/2006/main">
              <a:ext uri="{FF2B5EF4-FFF2-40B4-BE49-F238E27FC236}">
                <a16:creationId xmlns:a16="http://schemas.microsoft.com/office/drawing/2014/main" id="{F4B2B228-D14D-4BD3-AF48-25FDFA150D9A}"/>
              </a:ext>
            </a:extLst>
          </p:cNvPr>
          <p:cNvSpPr>
            <a:spLocks xmlns:a="http://schemas.openxmlformats.org/drawingml/2006/main" noGrp="1"/>
          </p:cNvSpPr>
          <p:nvPr>
            <p:ph idx="13"/>
          </p:nvPr>
        </p:nvSpPr>
        <p:spPr>
          <a:xfrm xmlns:a="http://schemas.openxmlformats.org/drawingml/2006/main">
            <a:off x="513374" y="3987800"/>
            <a:ext cx="2477714" cy="23939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Body1">
            <a:extLst xmlns:a="http://schemas.openxmlformats.org/drawingml/2006/main">
              <a:ext uri="{FF2B5EF4-FFF2-40B4-BE49-F238E27FC236}">
                <a16:creationId xmlns:a16="http://schemas.microsoft.com/office/drawing/2014/main" id="{26205AD7-763E-4A2C-B99F-83EC65E12B1C}"/>
              </a:ext>
            </a:extLst>
          </p:cNvPr>
          <p:cNvSpPr>
            <a:spLocks xmlns:a="http://schemas.openxmlformats.org/drawingml/2006/main" noGrp="1"/>
          </p:cNvSpPr>
          <p:nvPr>
            <p:ph idx="104" hasCustomPrompt="1"/>
          </p:nvPr>
        </p:nvSpPr>
        <p:spPr>
          <a:xfrm xmlns:a="http://schemas.openxmlformats.org/drawingml/2006/main">
            <a:off x="3069911" y="3434455"/>
            <a:ext cx="2988000" cy="315674"/>
          </a:xfrm>
        </p:spPr>
        <p:txBody>
          <a:bodyPr xmlns:a="http://schemas.openxmlformats.org/drawingml/2006/main"/>
          <a:lstStyle xmlns:a="http://schemas.openxmlformats.org/drawingml/2006/main">
            <a:lvl1pPr marL="0" indent="0">
              <a:buFontTx/>
              <a:buNone/>
              <a:defRPr b="1"/>
            </a:lvl1pPr>
          </a:lstStyle>
          <a:p xmlns:a="http://schemas.openxmlformats.org/drawingml/2006/main">
            <a:pPr lvl="0">
              <a:buNone/>
            </a:pPr>
            <a:r>
              <a:t>Click to add </a:t>
            </a:r>
            <a:r>
              <a:t>subheader</a:t>
            </a:r>
          </a:p>
          <a:p xmlns:a="http://schemas.openxmlformats.org/drawingml/2006/main">
            <a:pPr lvl="0">
              <a:buNone/>
            </a:pPr>
          </a:p>
        </p:txBody>
      </p:sp>
      <p:sp>
        <p:nvSpPr>
          <p:cNvPr id="19" name="Body1">
            <a:extLst xmlns:a="http://schemas.openxmlformats.org/drawingml/2006/main">
              <a:ext uri="{FF2B5EF4-FFF2-40B4-BE49-F238E27FC236}">
                <a16:creationId xmlns:a16="http://schemas.microsoft.com/office/drawing/2014/main" id="{03313F0F-AA28-42D7-BE93-95AF64A60F94}"/>
              </a:ext>
            </a:extLst>
          </p:cNvPr>
          <p:cNvSpPr>
            <a:spLocks xmlns:a="http://schemas.openxmlformats.org/drawingml/2006/main" noGrp="1"/>
          </p:cNvSpPr>
          <p:nvPr>
            <p:ph idx="105"/>
          </p:nvPr>
        </p:nvSpPr>
        <p:spPr>
          <a:xfrm xmlns:a="http://schemas.openxmlformats.org/drawingml/2006/main">
            <a:off x="3069910" y="3987800"/>
            <a:ext cx="2988000" cy="23939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 name="Body1">
            <a:extLst xmlns:a="http://schemas.openxmlformats.org/drawingml/2006/main">
              <a:ext uri="{FF2B5EF4-FFF2-40B4-BE49-F238E27FC236}">
                <a16:creationId xmlns:a16="http://schemas.microsoft.com/office/drawing/2014/main" id="{FDA29E5A-9148-4B97-9132-F88B6CCC2F1C}"/>
              </a:ext>
            </a:extLst>
          </p:cNvPr>
          <p:cNvSpPr>
            <a:spLocks xmlns:a="http://schemas.openxmlformats.org/drawingml/2006/main" noGrp="1"/>
          </p:cNvSpPr>
          <p:nvPr>
            <p:ph idx="106" hasCustomPrompt="1"/>
          </p:nvPr>
        </p:nvSpPr>
        <p:spPr>
          <a:xfrm xmlns:a="http://schemas.openxmlformats.org/drawingml/2006/main">
            <a:off x="6137656" y="3434455"/>
            <a:ext cx="2988000" cy="315674"/>
          </a:xfrm>
        </p:spPr>
        <p:txBody>
          <a:bodyPr xmlns:a="http://schemas.openxmlformats.org/drawingml/2006/main"/>
          <a:lstStyle xmlns:a="http://schemas.openxmlformats.org/drawingml/2006/main">
            <a:lvl1pPr marL="0" indent="0">
              <a:buFontTx/>
              <a:buNone/>
              <a:defRPr b="1"/>
            </a:lvl1pPr>
          </a:lstStyle>
          <a:p xmlns:a="http://schemas.openxmlformats.org/drawingml/2006/main">
            <a:pPr lvl="0">
              <a:buNone/>
            </a:pPr>
            <a:r>
              <a:t>Click to add </a:t>
            </a:r>
            <a:r>
              <a:t>subheader</a:t>
            </a:r>
          </a:p>
          <a:p xmlns:a="http://schemas.openxmlformats.org/drawingml/2006/main">
            <a:pPr lvl="0">
              <a:buNone/>
            </a:pPr>
          </a:p>
        </p:txBody>
      </p:sp>
      <p:sp>
        <p:nvSpPr>
          <p:cNvPr id="21" name="Body1">
            <a:extLst xmlns:a="http://schemas.openxmlformats.org/drawingml/2006/main">
              <a:ext uri="{FF2B5EF4-FFF2-40B4-BE49-F238E27FC236}">
                <a16:creationId xmlns:a16="http://schemas.microsoft.com/office/drawing/2014/main" id="{94FF3C29-4B46-4EB9-8EC6-71701522E8FE}"/>
              </a:ext>
            </a:extLst>
          </p:cNvPr>
          <p:cNvSpPr>
            <a:spLocks xmlns:a="http://schemas.openxmlformats.org/drawingml/2006/main" noGrp="1"/>
          </p:cNvSpPr>
          <p:nvPr>
            <p:ph idx="107"/>
          </p:nvPr>
        </p:nvSpPr>
        <p:spPr>
          <a:xfrm xmlns:a="http://schemas.openxmlformats.org/drawingml/2006/main">
            <a:off x="6137655" y="3987800"/>
            <a:ext cx="2988000" cy="23939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2" name="Body1">
            <a:extLst xmlns:a="http://schemas.openxmlformats.org/drawingml/2006/main">
              <a:ext uri="{FF2B5EF4-FFF2-40B4-BE49-F238E27FC236}">
                <a16:creationId xmlns:a16="http://schemas.microsoft.com/office/drawing/2014/main" id="{B9B4420F-E5C1-43B2-9981-12AF867CB239}"/>
              </a:ext>
            </a:extLst>
          </p:cNvPr>
          <p:cNvSpPr>
            <a:spLocks xmlns:a="http://schemas.openxmlformats.org/drawingml/2006/main" noGrp="1"/>
          </p:cNvSpPr>
          <p:nvPr>
            <p:ph idx="108" hasCustomPrompt="1"/>
          </p:nvPr>
        </p:nvSpPr>
        <p:spPr>
          <a:xfrm xmlns:a="http://schemas.openxmlformats.org/drawingml/2006/main">
            <a:off x="9199597" y="3434455"/>
            <a:ext cx="2477714" cy="315674"/>
          </a:xfrm>
        </p:spPr>
        <p:txBody>
          <a:bodyPr xmlns:a="http://schemas.openxmlformats.org/drawingml/2006/main"/>
          <a:lstStyle xmlns:a="http://schemas.openxmlformats.org/drawingml/2006/main">
            <a:lvl1pPr marL="0" indent="0">
              <a:buFontTx/>
              <a:buNone/>
              <a:defRPr b="1"/>
            </a:lvl1pPr>
          </a:lstStyle>
          <a:p xmlns:a="http://schemas.openxmlformats.org/drawingml/2006/main">
            <a:pPr lvl="0">
              <a:buNone/>
            </a:pPr>
            <a:r>
              <a:t>Click to add </a:t>
            </a:r>
            <a:r>
              <a:t>subheader</a:t>
            </a:r>
          </a:p>
          <a:p xmlns:a="http://schemas.openxmlformats.org/drawingml/2006/main">
            <a:pPr lvl="0">
              <a:buNone/>
            </a:pPr>
          </a:p>
        </p:txBody>
      </p:sp>
      <p:sp>
        <p:nvSpPr>
          <p:cNvPr id="23" name="Body1">
            <a:extLst xmlns:a="http://schemas.openxmlformats.org/drawingml/2006/main">
              <a:ext uri="{FF2B5EF4-FFF2-40B4-BE49-F238E27FC236}">
                <a16:creationId xmlns:a16="http://schemas.microsoft.com/office/drawing/2014/main" id="{E9B0CB9E-008C-438F-B7BD-4C4800FA77B4}"/>
              </a:ext>
            </a:extLst>
          </p:cNvPr>
          <p:cNvSpPr>
            <a:spLocks xmlns:a="http://schemas.openxmlformats.org/drawingml/2006/main" noGrp="1"/>
          </p:cNvSpPr>
          <p:nvPr>
            <p:ph idx="109"/>
          </p:nvPr>
        </p:nvSpPr>
        <p:spPr>
          <a:xfrm xmlns:a="http://schemas.openxmlformats.org/drawingml/2006/main">
            <a:off x="9199596" y="3987800"/>
            <a:ext cx="2477714" cy="23939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4.xml><?xml version="1.0" encoding="utf-8"?>
<p:sldLayout xmlns:p="http://schemas.openxmlformats.org/presentationml/2006/main" preserve="1" userDrawn="1">
  <p:cSld name="MT: Header, 2 Images, 3 Columns">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40F51277-8F94-4A69-8F10-661F43864601}"/>
              </a:ext>
            </a:extLst>
          </p:cNvPr>
          <p:cNvSpPr>
            <a:spLocks xmlns:a="http://schemas.openxmlformats.org/drawingml/2006/main" noGrp="1"/>
          </p:cNvSpPr>
          <p:nvPr>
            <p:ph type="title" idx="0" hasCustomPrompt="1"/>
          </p:nvPr>
        </p:nvSpPr>
        <p:spPr>
          <a:xfrm xmlns:a="http://schemas.openxmlformats.org/drawingml/2006/main">
            <a:off x="520786" y="188640"/>
            <a:ext cx="9216619" cy="573361"/>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9" name="Subline">
            <a:extLst xmlns:a="http://schemas.openxmlformats.org/drawingml/2006/main">
              <a:ext uri="{FF2B5EF4-FFF2-40B4-BE49-F238E27FC236}">
                <a16:creationId xmlns:a16="http://schemas.microsoft.com/office/drawing/2014/main" id="{7DA469DB-E699-478C-A091-5D7976FC6D8E}"/>
              </a:ext>
            </a:extLst>
          </p:cNvPr>
          <p:cNvSpPr>
            <a:spLocks xmlns:a="http://schemas.openxmlformats.org/drawingml/2006/main" noGrp="1"/>
          </p:cNvSpPr>
          <p:nvPr>
            <p:ph type="title" idx="99" hasCustomPrompt="1"/>
          </p:nvPr>
        </p:nvSpPr>
        <p:spPr>
          <a:xfrm xmlns:a="http://schemas.openxmlformats.org/drawingml/2006/main">
            <a:off x="520786" y="1016000"/>
            <a:ext cx="11154942" cy="324768"/>
          </a:xfrm>
        </p:spPr>
        <p:txBody>
          <a:bodyPr xmlns:a="http://schemas.openxmlformats.org/drawingml/2006/main" vert="horz" tIns="0"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235" name="Foliennummernplatzhalter 3">
            <a:extLst xmlns:a="http://schemas.openxmlformats.org/drawingml/2006/main">
              <a:ext uri="{FF2B5EF4-FFF2-40B4-BE49-F238E27FC236}">
                <a16:creationId xmlns:a16="http://schemas.microsoft.com/office/drawing/2014/main" id="{4F139BCD-5C0A-46A7-B3B1-67BF2E27719B}"/>
              </a:ext>
            </a:extLst>
          </p:cNvPr>
          <p:cNvSpPr>
            <a:spLocks xmlns:a="http://schemas.openxmlformats.org/drawingml/2006/main" noGrp="1"/>
          </p:cNvSpPr>
          <p:nvPr>
            <p:ph type="sldNum" idx="100"/>
          </p:nvPr>
        </p:nvSpPr>
        <p:spPr>
          <a:xfrm xmlns:a="http://schemas.openxmlformats.org/drawingml/2006/main">
            <a:off x="11664000" y="327719"/>
            <a:ext cx="528000" cy="432000"/>
          </a:xfrm>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7" name="Footer Placeholder 5">
            <a:extLst xmlns:a="http://schemas.openxmlformats.org/drawingml/2006/main">
              <a:ext uri="{FF2B5EF4-FFF2-40B4-BE49-F238E27FC236}">
                <a16:creationId xmlns:a16="http://schemas.microsoft.com/office/drawing/2014/main" id="{DECB3F87-43D3-4198-B868-060481F67226}"/>
              </a:ext>
            </a:extLst>
          </p:cNvPr>
          <p:cNvSpPr>
            <a:spLocks xmlns:a="http://schemas.openxmlformats.org/drawingml/2006/main" noGrp="1"/>
          </p:cNvSpPr>
          <p:nvPr>
            <p:ph type="ftr" idx="3"/>
          </p:nvPr>
        </p:nvSpPr>
        <p:spPr>
          <a:xfrm xmlns:a="http://schemas.openxmlformats.org/drawingml/2006/main">
            <a:off x="520786"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
        <p:nvSpPr>
          <p:cNvPr id="8" name="Bildplatzhalter 7">
            <a:extLst xmlns:a="http://schemas.openxmlformats.org/drawingml/2006/main">
              <a:ext uri="{FF2B5EF4-FFF2-40B4-BE49-F238E27FC236}">
                <a16:creationId xmlns:a16="http://schemas.microsoft.com/office/drawing/2014/main" id="{E5630348-FB6D-4395-80D5-C42E9359A8F0}"/>
              </a:ext>
            </a:extLst>
          </p:cNvPr>
          <p:cNvSpPr>
            <a:spLocks xmlns:a="http://schemas.openxmlformats.org/drawingml/2006/main" noGrp="1"/>
          </p:cNvSpPr>
          <p:nvPr>
            <p:ph type="pic" idx="12" hasCustomPrompt="1"/>
          </p:nvPr>
        </p:nvSpPr>
        <p:spPr>
          <a:xfrm xmlns:a="http://schemas.openxmlformats.org/drawingml/2006/main">
            <a:off x="0" y="1489756"/>
            <a:ext cx="6031282" cy="2517100"/>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
        <p:nvSpPr>
          <p:cNvPr id="10" name="Body1">
            <a:extLst xmlns:a="http://schemas.openxmlformats.org/drawingml/2006/main">
              <a:ext uri="{FF2B5EF4-FFF2-40B4-BE49-F238E27FC236}">
                <a16:creationId xmlns:a16="http://schemas.microsoft.com/office/drawing/2014/main" id="{46F9472F-1090-49E4-B546-78497BAFE9D0}"/>
              </a:ext>
            </a:extLst>
          </p:cNvPr>
          <p:cNvSpPr>
            <a:spLocks xmlns:a="http://schemas.openxmlformats.org/drawingml/2006/main" noGrp="1"/>
          </p:cNvSpPr>
          <p:nvPr>
            <p:ph idx="13"/>
          </p:nvPr>
        </p:nvSpPr>
        <p:spPr>
          <a:xfrm xmlns:a="http://schemas.openxmlformats.org/drawingml/2006/main">
            <a:off x="520789" y="4253345"/>
            <a:ext cx="3449601" cy="2128481"/>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Body2">
            <a:extLst xmlns:a="http://schemas.openxmlformats.org/drawingml/2006/main">
              <a:ext uri="{FF2B5EF4-FFF2-40B4-BE49-F238E27FC236}">
                <a16:creationId xmlns:a16="http://schemas.microsoft.com/office/drawing/2014/main" id="{423F6CB4-7821-4C15-9EF6-46A6A838204F}"/>
              </a:ext>
            </a:extLst>
          </p:cNvPr>
          <p:cNvSpPr>
            <a:spLocks xmlns:a="http://schemas.openxmlformats.org/drawingml/2006/main" noGrp="1"/>
          </p:cNvSpPr>
          <p:nvPr>
            <p:ph idx="2"/>
          </p:nvPr>
        </p:nvSpPr>
        <p:spPr>
          <a:xfrm xmlns:a="http://schemas.openxmlformats.org/drawingml/2006/main">
            <a:off x="4367808" y="4253345"/>
            <a:ext cx="3456385" cy="2128481"/>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Body3">
            <a:extLst xmlns:a="http://schemas.openxmlformats.org/drawingml/2006/main">
              <a:ext uri="{FF2B5EF4-FFF2-40B4-BE49-F238E27FC236}">
                <a16:creationId xmlns:a16="http://schemas.microsoft.com/office/drawing/2014/main" id="{79ABB031-FBFA-4A66-A6D1-0AFE3F446C6F}"/>
              </a:ext>
            </a:extLst>
          </p:cNvPr>
          <p:cNvSpPr>
            <a:spLocks xmlns:a="http://schemas.openxmlformats.org/drawingml/2006/main" noGrp="1"/>
          </p:cNvSpPr>
          <p:nvPr>
            <p:ph idx="101"/>
          </p:nvPr>
        </p:nvSpPr>
        <p:spPr>
          <a:xfrm xmlns:a="http://schemas.openxmlformats.org/drawingml/2006/main">
            <a:off x="8214498" y="4253345"/>
            <a:ext cx="3456716" cy="2128481"/>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ildplatzhalter 7">
            <a:extLst xmlns:a="http://schemas.openxmlformats.org/drawingml/2006/main">
              <a:ext uri="{FF2B5EF4-FFF2-40B4-BE49-F238E27FC236}">
                <a16:creationId xmlns:a16="http://schemas.microsoft.com/office/drawing/2014/main" id="{2DE64520-45FF-42BE-A6A2-7E107410648A}"/>
              </a:ext>
            </a:extLst>
          </p:cNvPr>
          <p:cNvSpPr>
            <a:spLocks xmlns:a="http://schemas.openxmlformats.org/drawingml/2006/main" noGrp="1"/>
          </p:cNvSpPr>
          <p:nvPr>
            <p:ph type="pic" idx="15" hasCustomPrompt="1"/>
          </p:nvPr>
        </p:nvSpPr>
        <p:spPr>
          <a:xfrm xmlns:a="http://schemas.openxmlformats.org/drawingml/2006/main">
            <a:off x="6160718" y="1489756"/>
            <a:ext cx="6031282" cy="2517100"/>
          </a:xfrm>
        </p:spPr>
        <p:txBody>
          <a:bodyPr xmlns:a="http://schemas.openxmlformats.org/drawingml/2006/main" tIns="864000"/>
          <a:lstStyle xmlns:a="http://schemas.openxmlformats.org/drawingml/2006/main">
            <a:lvl1pPr marL="0" indent="0" algn="ctr">
              <a:buNone/>
              <a:defRPr/>
            </a:lvl1pPr>
          </a:lstStyle>
          <a:p xmlns:a="http://schemas.openxmlformats.org/drawingml/2006/main">
            <a:r>
              <a:t>Click </a:t>
            </a:r>
            <a:r>
              <a:t>to</a:t>
            </a:r>
            <a:r>
              <a:t> </a:t>
            </a:r>
            <a:r>
              <a:t>add</a:t>
            </a:r>
            <a:r>
              <a:t> </a:t>
            </a:r>
            <a:r>
              <a:t>picture</a:t>
            </a:r>
            <a:r>
              <a:t>…</a:t>
            </a:r>
          </a:p>
        </p:txBody>
      </p:sp>
    </p:spTree>
  </p:cSld>
</p:sldLayout>
</file>

<file path=ppt/slideLayouts/slideLayout15.xml><?xml version="1.0" encoding="utf-8"?>
<p:sldLayout xmlns:p="http://schemas.openxmlformats.org/presentationml/2006/main" preserve="1" userDrawn="1">
  <p:cSld name="MT: Horizontal Large Table Or Image">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AA9728F8-9828-456A-BB3C-71CEDEC5ED24}"/>
              </a:ext>
            </a:extLst>
          </p:cNvPr>
          <p:cNvSpPr>
            <a:spLocks xmlns:a="http://schemas.openxmlformats.org/drawingml/2006/main" noGrp="1"/>
          </p:cNvSpPr>
          <p:nvPr>
            <p:ph type="title" idx="0" hasCustomPrompt="1"/>
          </p:nvPr>
        </p:nvSpPr>
        <p:spPr>
          <a:xfrm xmlns:a="http://schemas.openxmlformats.org/drawingml/2006/main">
            <a:off x="520787" y="188641"/>
            <a:ext cx="9219869"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9" name="Subline">
            <a:extLst xmlns:a="http://schemas.openxmlformats.org/drawingml/2006/main">
              <a:ext uri="{FF2B5EF4-FFF2-40B4-BE49-F238E27FC236}">
                <a16:creationId xmlns:a16="http://schemas.microsoft.com/office/drawing/2014/main" id="{C0E643AA-55A5-4B81-90C2-6725203A5A12}"/>
              </a:ext>
            </a:extLst>
          </p:cNvPr>
          <p:cNvSpPr>
            <a:spLocks xmlns:a="http://schemas.openxmlformats.org/drawingml/2006/main" noGrp="1"/>
          </p:cNvSpPr>
          <p:nvPr>
            <p:ph type="title" idx="99" hasCustomPrompt="1"/>
          </p:nvPr>
        </p:nvSpPr>
        <p:spPr>
          <a:xfrm xmlns:a="http://schemas.openxmlformats.org/drawingml/2006/main">
            <a:off x="520787" y="1016000"/>
            <a:ext cx="11155276"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3" name="Body1">
            <a:extLst xmlns:a="http://schemas.openxmlformats.org/drawingml/2006/main">
              <a:ext uri="{FF2B5EF4-FFF2-40B4-BE49-F238E27FC236}">
                <a16:creationId xmlns:a16="http://schemas.microsoft.com/office/drawing/2014/main" id="{BB652CD4-EA74-491F-B0D5-17A9B920F939}"/>
              </a:ext>
            </a:extLst>
          </p:cNvPr>
          <p:cNvSpPr>
            <a:spLocks xmlns:a="http://schemas.openxmlformats.org/drawingml/2006/main" noGrp="1"/>
          </p:cNvSpPr>
          <p:nvPr>
            <p:ph idx="1"/>
          </p:nvPr>
        </p:nvSpPr>
        <p:spPr>
          <a:xfrm xmlns:a="http://schemas.openxmlformats.org/drawingml/2006/main">
            <a:off x="520787" y="1484784"/>
            <a:ext cx="11155276" cy="2304257"/>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Foliennummernplatzhalter 3">
            <a:extLst xmlns:a="http://schemas.openxmlformats.org/drawingml/2006/main">
              <a:ext uri="{FF2B5EF4-FFF2-40B4-BE49-F238E27FC236}">
                <a16:creationId xmlns:a16="http://schemas.microsoft.com/office/drawing/2014/main" id="{62F65657-E043-4955-92D3-19602018A63E}"/>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6" name="Content Placeholder 5">
            <a:extLst xmlns:a="http://schemas.openxmlformats.org/drawingml/2006/main">
              <a:ext uri="{FF2B5EF4-FFF2-40B4-BE49-F238E27FC236}">
                <a16:creationId xmlns:a16="http://schemas.microsoft.com/office/drawing/2014/main" id="{60295DED-555C-4A7B-ADFA-10657EE4C836}"/>
              </a:ext>
            </a:extLst>
          </p:cNvPr>
          <p:cNvSpPr>
            <a:spLocks xmlns:a="http://schemas.openxmlformats.org/drawingml/2006/main" noGrp="1"/>
          </p:cNvSpPr>
          <p:nvPr>
            <p:ph idx="103" hasCustomPrompt="1"/>
          </p:nvPr>
        </p:nvSpPr>
        <p:spPr>
          <a:xfrm xmlns:a="http://schemas.openxmlformats.org/drawingml/2006/main">
            <a:off x="520787" y="3932238"/>
            <a:ext cx="11155276" cy="2449512"/>
          </a:xfrm>
        </p:spPr>
        <p:txBody>
          <a:bodyPr xmlns:a="http://schemas.openxmlformats.org/drawingml/2006/main"/>
          <a:lstStyle xmlns:a="http://schemas.openxmlformats.org/drawingml/2006/main">
            <a:lvl1pPr marL="0" indent="0">
              <a:buNone/>
              <a:defRPr sz="1600" baseline="0"/>
            </a:lvl1pPr>
          </a:lstStyle>
          <a:p xmlns:a="http://schemas.openxmlformats.org/drawingml/2006/main">
            <a:pPr lvl="0">
              <a:buNone/>
            </a:pPr>
            <a:r>
              <a:t>Select icon below to add table or image</a:t>
            </a:r>
          </a:p>
        </p:txBody>
      </p:sp>
      <p:sp>
        <p:nvSpPr>
          <p:cNvPr id="10" name="Footer Placeholder 5">
            <a:extLst xmlns:a="http://schemas.openxmlformats.org/drawingml/2006/main">
              <a:ext uri="{FF2B5EF4-FFF2-40B4-BE49-F238E27FC236}">
                <a16:creationId xmlns:a16="http://schemas.microsoft.com/office/drawing/2014/main" id="{D0217932-A186-4142-9563-9CE9DFC02965}"/>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6.xml><?xml version="1.0" encoding="utf-8"?>
<p:sldLayout xmlns:p="http://schemas.openxmlformats.org/presentationml/2006/main" preserve="1" userDrawn="1">
  <p:cSld name="MT: 2 Column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725CAD6C-B304-406C-A0B6-623413BBB839}"/>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60637E02-B488-418A-A121-745240992BB1}"/>
              </a:ext>
            </a:extLst>
          </p:cNvPr>
          <p:cNvSpPr>
            <a:spLocks xmlns:a="http://schemas.openxmlformats.org/drawingml/2006/main" noGrp="1"/>
          </p:cNvSpPr>
          <p:nvPr>
            <p:ph type="title" idx="99" hasCustomPrompt="1"/>
          </p:nvPr>
        </p:nvSpPr>
        <p:spPr>
          <a:xfrm xmlns:a="http://schemas.openxmlformats.org/drawingml/2006/main">
            <a:off x="520454" y="1016000"/>
            <a:ext cx="11160918"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59D88A1E-0C41-414C-A6CC-CEFBDFDAD853}"/>
              </a:ext>
            </a:extLst>
          </p:cNvPr>
          <p:cNvSpPr>
            <a:spLocks xmlns:a="http://schemas.openxmlformats.org/drawingml/2006/main" noGrp="1"/>
          </p:cNvSpPr>
          <p:nvPr>
            <p:ph idx="1"/>
          </p:nvPr>
        </p:nvSpPr>
        <p:spPr>
          <a:xfrm xmlns:a="http://schemas.openxmlformats.org/drawingml/2006/main">
            <a:off x="520454" y="1485900"/>
            <a:ext cx="5388040" cy="489585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2">
            <a:extLst xmlns:a="http://schemas.openxmlformats.org/drawingml/2006/main">
              <a:ext uri="{FF2B5EF4-FFF2-40B4-BE49-F238E27FC236}">
                <a16:creationId xmlns:a16="http://schemas.microsoft.com/office/drawing/2014/main" id="{4D12A12F-C7C0-4494-9629-1F019E14DB31}"/>
              </a:ext>
            </a:extLst>
          </p:cNvPr>
          <p:cNvSpPr>
            <a:spLocks xmlns:a="http://schemas.openxmlformats.org/drawingml/2006/main" noGrp="1"/>
          </p:cNvSpPr>
          <p:nvPr>
            <p:ph idx="2"/>
          </p:nvPr>
        </p:nvSpPr>
        <p:spPr>
          <a:xfrm xmlns:a="http://schemas.openxmlformats.org/drawingml/2006/main">
            <a:off x="6288022" y="1485900"/>
            <a:ext cx="5388041" cy="489585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Foliennummernplatzhalter 1">
            <a:extLst xmlns:a="http://schemas.openxmlformats.org/drawingml/2006/main">
              <a:ext uri="{FF2B5EF4-FFF2-40B4-BE49-F238E27FC236}">
                <a16:creationId xmlns:a16="http://schemas.microsoft.com/office/drawing/2014/main" id="{43FAB5B3-A038-4724-B82D-709CE0745FEC}"/>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10" name="Footer Placeholder 5">
            <a:extLst xmlns:a="http://schemas.openxmlformats.org/drawingml/2006/main">
              <a:ext uri="{FF2B5EF4-FFF2-40B4-BE49-F238E27FC236}">
                <a16:creationId xmlns:a16="http://schemas.microsoft.com/office/drawing/2014/main" id="{41947A15-927D-4B6B-AF4C-80DCBE0CE1B2}"/>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7.xml><?xml version="1.0" encoding="utf-8"?>
<p:sldLayout xmlns:p="http://schemas.openxmlformats.org/presentationml/2006/main" preserve="1" userDrawn="1">
  <p:cSld name="MT: Text, Right Side Image">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C8F3DF71-A7CE-49CA-9EB7-02CDDC4EF9C9}"/>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5C4B329A-191E-4DD8-8209-2C82C347DE4E}"/>
              </a:ext>
            </a:extLst>
          </p:cNvPr>
          <p:cNvSpPr>
            <a:spLocks xmlns:a="http://schemas.openxmlformats.org/drawingml/2006/main" noGrp="1"/>
          </p:cNvSpPr>
          <p:nvPr>
            <p:ph type="title" idx="99" hasCustomPrompt="1"/>
          </p:nvPr>
        </p:nvSpPr>
        <p:spPr>
          <a:xfrm xmlns:a="http://schemas.openxmlformats.org/drawingml/2006/main">
            <a:off x="520453" y="1016000"/>
            <a:ext cx="11160585" cy="324768"/>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83A54E62-1BF2-4FE2-98A3-4BC08C43A0E8}"/>
              </a:ext>
            </a:extLst>
          </p:cNvPr>
          <p:cNvSpPr>
            <a:spLocks xmlns:a="http://schemas.openxmlformats.org/drawingml/2006/main" noGrp="1"/>
          </p:cNvSpPr>
          <p:nvPr>
            <p:ph idx="1"/>
          </p:nvPr>
        </p:nvSpPr>
        <p:spPr>
          <a:xfrm xmlns:a="http://schemas.openxmlformats.org/drawingml/2006/main">
            <a:off x="520454" y="1485900"/>
            <a:ext cx="5387708" cy="489585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Foliennummernplatzhalter 1">
            <a:extLst xmlns:a="http://schemas.openxmlformats.org/drawingml/2006/main">
              <a:ext uri="{FF2B5EF4-FFF2-40B4-BE49-F238E27FC236}">
                <a16:creationId xmlns:a16="http://schemas.microsoft.com/office/drawing/2014/main" id="{5981A997-C7C0-4C91-A31B-2D188FCFB7D7}"/>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6" name="Picture Placeholder 5">
            <a:extLst xmlns:a="http://schemas.openxmlformats.org/drawingml/2006/main">
              <a:ext uri="{FF2B5EF4-FFF2-40B4-BE49-F238E27FC236}">
                <a16:creationId xmlns:a16="http://schemas.microsoft.com/office/drawing/2014/main" id="{8F9BC26D-372F-4F43-9AF7-88498AF0BBC0}"/>
              </a:ext>
            </a:extLst>
          </p:cNvPr>
          <p:cNvSpPr>
            <a:spLocks xmlns:a="http://schemas.openxmlformats.org/drawingml/2006/main" noGrp="1"/>
          </p:cNvSpPr>
          <p:nvPr>
            <p:ph type="pic" idx="104" hasCustomPrompt="1"/>
          </p:nvPr>
        </p:nvSpPr>
        <p:spPr>
          <a:xfrm xmlns:a="http://schemas.openxmlformats.org/drawingml/2006/main">
            <a:off x="6288020" y="1485900"/>
            <a:ext cx="5388043" cy="489585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sz="1600">
                <a:solidFill>
                  <a:schemeClr val="tx1"/>
                </a:solidFill>
              </a:defRPr>
            </a:lvl1pPr>
          </a:lstStyle>
          <a:p xmlns:a="http://schemas.openxmlformats.org/drawingml/2006/main">
            <a:r>
              <a:t>Click icon to add image</a:t>
            </a:r>
          </a:p>
        </p:txBody>
      </p:sp>
      <p:sp>
        <p:nvSpPr>
          <p:cNvPr id="10" name="Footer Placeholder 5">
            <a:extLst xmlns:a="http://schemas.openxmlformats.org/drawingml/2006/main">
              <a:ext uri="{FF2B5EF4-FFF2-40B4-BE49-F238E27FC236}">
                <a16:creationId xmlns:a16="http://schemas.microsoft.com/office/drawing/2014/main" id="{4EF6269C-FFCE-48D9-A7B6-4C22ED1FB6CD}"/>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8.xml><?xml version="1.0" encoding="utf-8"?>
<p:sldLayout xmlns:p="http://schemas.openxmlformats.org/presentationml/2006/main" preserve="1" userDrawn="1">
  <p:cSld name="MT: Text, 2 Image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CDCDF09D-F054-4F1E-A3A0-438B92383915}"/>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5EDC1113-F514-491B-94BE-7C3B3AC7F77A}"/>
              </a:ext>
            </a:extLst>
          </p:cNvPr>
          <p:cNvSpPr>
            <a:spLocks xmlns:a="http://schemas.openxmlformats.org/drawingml/2006/main" noGrp="1"/>
          </p:cNvSpPr>
          <p:nvPr>
            <p:ph type="title" idx="99" hasCustomPrompt="1"/>
          </p:nvPr>
        </p:nvSpPr>
        <p:spPr>
          <a:xfrm xmlns:a="http://schemas.openxmlformats.org/drawingml/2006/main">
            <a:off x="520454" y="1016000"/>
            <a:ext cx="11155609"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E133BF67-1D3A-4087-91B3-AED5426F299D}"/>
              </a:ext>
            </a:extLst>
          </p:cNvPr>
          <p:cNvSpPr>
            <a:spLocks xmlns:a="http://schemas.openxmlformats.org/drawingml/2006/main" noGrp="1"/>
          </p:cNvSpPr>
          <p:nvPr>
            <p:ph idx="1"/>
          </p:nvPr>
        </p:nvSpPr>
        <p:spPr>
          <a:xfrm xmlns:a="http://schemas.openxmlformats.org/drawingml/2006/main">
            <a:off x="520454" y="1485900"/>
            <a:ext cx="7308743" cy="489585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Foliennummernplatzhalter 1">
            <a:extLst xmlns:a="http://schemas.openxmlformats.org/drawingml/2006/main">
              <a:ext uri="{FF2B5EF4-FFF2-40B4-BE49-F238E27FC236}">
                <a16:creationId xmlns:a16="http://schemas.microsoft.com/office/drawing/2014/main" id="{6111F429-E215-4BFA-9A45-0602768978E7}"/>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4" name="Picture Placeholder 3">
            <a:extLst xmlns:a="http://schemas.openxmlformats.org/drawingml/2006/main">
              <a:ext uri="{FF2B5EF4-FFF2-40B4-BE49-F238E27FC236}">
                <a16:creationId xmlns:a16="http://schemas.microsoft.com/office/drawing/2014/main" id="{3F5C4683-AA82-450B-BE57-357A45BE7F87}"/>
              </a:ext>
            </a:extLst>
          </p:cNvPr>
          <p:cNvSpPr>
            <a:spLocks xmlns:a="http://schemas.openxmlformats.org/drawingml/2006/main" noGrp="1"/>
          </p:cNvSpPr>
          <p:nvPr>
            <p:ph type="pic" idx="101" hasCustomPrompt="1"/>
          </p:nvPr>
        </p:nvSpPr>
        <p:spPr>
          <a:xfrm xmlns:a="http://schemas.openxmlformats.org/drawingml/2006/main">
            <a:off x="8214498" y="1485900"/>
            <a:ext cx="3456717" cy="230314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sz="1600"/>
            </a:lvl1pPr>
          </a:lstStyle>
          <a:p xmlns:a="http://schemas.openxmlformats.org/drawingml/2006/main">
            <a:r>
              <a:t>Click icon to add image</a:t>
            </a:r>
          </a:p>
        </p:txBody>
      </p:sp>
      <p:sp>
        <p:nvSpPr>
          <p:cNvPr id="224" name="Picture Placeholder 223">
            <a:extLst xmlns:a="http://schemas.openxmlformats.org/drawingml/2006/main">
              <a:ext uri="{FF2B5EF4-FFF2-40B4-BE49-F238E27FC236}">
                <a16:creationId xmlns:a16="http://schemas.microsoft.com/office/drawing/2014/main" id="{29E76C22-48B0-4134-A09C-ECC7EA31E28F}"/>
              </a:ext>
            </a:extLst>
          </p:cNvPr>
          <p:cNvSpPr>
            <a:spLocks xmlns:a="http://schemas.openxmlformats.org/drawingml/2006/main" noGrp="1"/>
          </p:cNvSpPr>
          <p:nvPr>
            <p:ph type="pic" idx="102" hasCustomPrompt="1"/>
          </p:nvPr>
        </p:nvSpPr>
        <p:spPr>
          <a:xfrm xmlns:a="http://schemas.openxmlformats.org/drawingml/2006/main">
            <a:off x="8214498" y="4077072"/>
            <a:ext cx="3456716" cy="230467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sz="1600"/>
            </a:lvl1pPr>
          </a:lstStyle>
          <a:p xmlns:a="http://schemas.openxmlformats.org/drawingml/2006/main">
            <a:r>
              <a:t>Click icon to add image</a:t>
            </a:r>
          </a:p>
        </p:txBody>
      </p:sp>
      <p:sp>
        <p:nvSpPr>
          <p:cNvPr id="10" name="Footer Placeholder 5">
            <a:extLst xmlns:a="http://schemas.openxmlformats.org/drawingml/2006/main">
              <a:ext uri="{FF2B5EF4-FFF2-40B4-BE49-F238E27FC236}">
                <a16:creationId xmlns:a16="http://schemas.microsoft.com/office/drawing/2014/main" id="{1F6FFA89-DB55-46CD-A8AD-85C2C3BCE2DB}"/>
              </a:ext>
            </a:extLst>
          </p:cNvPr>
          <p:cNvSpPr>
            <a:spLocks xmlns:a="http://schemas.openxmlformats.org/drawingml/2006/main" noGrp="1"/>
          </p:cNvSpPr>
          <p:nvPr>
            <p:ph type="ftr" idx="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19.xml><?xml version="1.0" encoding="utf-8"?>
<p:sldLayout xmlns:p="http://schemas.openxmlformats.org/presentationml/2006/main" preserve="1" userDrawn="1">
  <p:cSld name="MT: 3 Boxe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19F9929F-6BE3-456B-8DF2-47945DC14393}"/>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1CE05A65-492E-4E6D-89EF-3C89BF7EF04D}"/>
              </a:ext>
            </a:extLst>
          </p:cNvPr>
          <p:cNvSpPr>
            <a:spLocks xmlns:a="http://schemas.openxmlformats.org/drawingml/2006/main" noGrp="1"/>
          </p:cNvSpPr>
          <p:nvPr>
            <p:ph type="title" idx="99" hasCustomPrompt="1"/>
          </p:nvPr>
        </p:nvSpPr>
        <p:spPr>
          <a:xfrm xmlns:a="http://schemas.openxmlformats.org/drawingml/2006/main">
            <a:off x="520454" y="1016000"/>
            <a:ext cx="11156400"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621A925B-2ED3-4F91-9A94-C118CB1F651F}"/>
              </a:ext>
            </a:extLst>
          </p:cNvPr>
          <p:cNvSpPr>
            <a:spLocks xmlns:a="http://schemas.openxmlformats.org/drawingml/2006/main" noGrp="1"/>
          </p:cNvSpPr>
          <p:nvPr>
            <p:ph idx="1"/>
          </p:nvPr>
        </p:nvSpPr>
        <p:spPr>
          <a:xfrm xmlns:a="http://schemas.openxmlformats.org/drawingml/2006/main">
            <a:off x="520454" y="1485900"/>
            <a:ext cx="5377824" cy="230314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2">
            <a:extLst xmlns:a="http://schemas.openxmlformats.org/drawingml/2006/main">
              <a:ext uri="{FF2B5EF4-FFF2-40B4-BE49-F238E27FC236}">
                <a16:creationId xmlns:a16="http://schemas.microsoft.com/office/drawing/2014/main" id="{B1192B6B-15AD-4C95-9E65-880F30C92399}"/>
              </a:ext>
            </a:extLst>
          </p:cNvPr>
          <p:cNvSpPr>
            <a:spLocks xmlns:a="http://schemas.openxmlformats.org/drawingml/2006/main" noGrp="1"/>
          </p:cNvSpPr>
          <p:nvPr>
            <p:ph idx="2"/>
          </p:nvPr>
        </p:nvSpPr>
        <p:spPr>
          <a:xfrm xmlns:a="http://schemas.openxmlformats.org/drawingml/2006/main">
            <a:off x="6288020" y="1485900"/>
            <a:ext cx="5388043" cy="489585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Foliennummernplatzhalter 1">
            <a:extLst xmlns:a="http://schemas.openxmlformats.org/drawingml/2006/main">
              <a:ext uri="{FF2B5EF4-FFF2-40B4-BE49-F238E27FC236}">
                <a16:creationId xmlns:a16="http://schemas.microsoft.com/office/drawing/2014/main" id="{72921616-9106-4C22-8EF5-55133BFCBE4A}"/>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9" name="Body3">
            <a:extLst xmlns:a="http://schemas.openxmlformats.org/drawingml/2006/main">
              <a:ext uri="{FF2B5EF4-FFF2-40B4-BE49-F238E27FC236}">
                <a16:creationId xmlns:a16="http://schemas.microsoft.com/office/drawing/2014/main" id="{2133CF1F-B506-4D72-9444-9586898A8D9C}"/>
              </a:ext>
            </a:extLst>
          </p:cNvPr>
          <p:cNvSpPr>
            <a:spLocks xmlns:a="http://schemas.openxmlformats.org/drawingml/2006/main" noGrp="1"/>
          </p:cNvSpPr>
          <p:nvPr>
            <p:ph idx="3"/>
          </p:nvPr>
        </p:nvSpPr>
        <p:spPr>
          <a:xfrm xmlns:a="http://schemas.openxmlformats.org/drawingml/2006/main">
            <a:off x="520454" y="4077072"/>
            <a:ext cx="5388039" cy="2304678"/>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Footer Placeholder 5">
            <a:extLst xmlns:a="http://schemas.openxmlformats.org/drawingml/2006/main">
              <a:ext uri="{FF2B5EF4-FFF2-40B4-BE49-F238E27FC236}">
                <a16:creationId xmlns:a16="http://schemas.microsoft.com/office/drawing/2014/main" id="{6F9DAF8E-D9C0-4670-89C5-0F666AC6AF58}"/>
              </a:ext>
            </a:extLst>
          </p:cNvPr>
          <p:cNvSpPr>
            <a:spLocks xmlns:a="http://schemas.openxmlformats.org/drawingml/2006/main" noGrp="1"/>
          </p:cNvSpPr>
          <p:nvPr>
            <p:ph type="ftr" idx="101"/>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20.xml><?xml version="1.0" encoding="utf-8"?>
<p:sldLayout xmlns:p="http://schemas.openxmlformats.org/presentationml/2006/main" preserve="1" userDrawn="1">
  <p:cSld name="MT: 3 Column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B544F8AC-2AA1-40BD-8793-2FC43BA6309C}"/>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9D9A00A3-B9A0-40C6-B5A7-EBDA7A648303}"/>
              </a:ext>
            </a:extLst>
          </p:cNvPr>
          <p:cNvSpPr>
            <a:spLocks xmlns:a="http://schemas.openxmlformats.org/drawingml/2006/main" noGrp="1"/>
          </p:cNvSpPr>
          <p:nvPr>
            <p:ph type="title" idx="99" hasCustomPrompt="1"/>
          </p:nvPr>
        </p:nvSpPr>
        <p:spPr>
          <a:xfrm xmlns:a="http://schemas.openxmlformats.org/drawingml/2006/main">
            <a:off x="520453" y="1016000"/>
            <a:ext cx="11155609"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2E8D3912-2905-49D4-B32E-6AC1E11D6DB9}"/>
              </a:ext>
            </a:extLst>
          </p:cNvPr>
          <p:cNvSpPr>
            <a:spLocks xmlns:a="http://schemas.openxmlformats.org/drawingml/2006/main" noGrp="1"/>
          </p:cNvSpPr>
          <p:nvPr>
            <p:ph idx="1"/>
          </p:nvPr>
        </p:nvSpPr>
        <p:spPr>
          <a:xfrm xmlns:a="http://schemas.openxmlformats.org/drawingml/2006/main">
            <a:off x="520454" y="1485900"/>
            <a:ext cx="3462211" cy="489585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2">
            <a:extLst xmlns:a="http://schemas.openxmlformats.org/drawingml/2006/main">
              <a:ext uri="{FF2B5EF4-FFF2-40B4-BE49-F238E27FC236}">
                <a16:creationId xmlns:a16="http://schemas.microsoft.com/office/drawing/2014/main" id="{0626854F-0B0E-4B38-AE3C-C4BF16645889}"/>
              </a:ext>
            </a:extLst>
          </p:cNvPr>
          <p:cNvSpPr>
            <a:spLocks xmlns:a="http://schemas.openxmlformats.org/drawingml/2006/main" noGrp="1"/>
          </p:cNvSpPr>
          <p:nvPr>
            <p:ph idx="2"/>
          </p:nvPr>
        </p:nvSpPr>
        <p:spPr>
          <a:xfrm xmlns:a="http://schemas.openxmlformats.org/drawingml/2006/main">
            <a:off x="4374281" y="1485900"/>
            <a:ext cx="3456192" cy="4893469"/>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Body3">
            <a:extLst xmlns:a="http://schemas.openxmlformats.org/drawingml/2006/main">
              <a:ext uri="{FF2B5EF4-FFF2-40B4-BE49-F238E27FC236}">
                <a16:creationId xmlns:a16="http://schemas.microsoft.com/office/drawing/2014/main" id="{2CD50BFF-4FAC-496D-9928-F1357A631F99}"/>
              </a:ext>
            </a:extLst>
          </p:cNvPr>
          <p:cNvSpPr>
            <a:spLocks xmlns:a="http://schemas.openxmlformats.org/drawingml/2006/main" noGrp="1"/>
          </p:cNvSpPr>
          <p:nvPr>
            <p:ph idx="3"/>
          </p:nvPr>
        </p:nvSpPr>
        <p:spPr>
          <a:xfrm xmlns:a="http://schemas.openxmlformats.org/drawingml/2006/main">
            <a:off x="8222089" y="1485900"/>
            <a:ext cx="3456717" cy="489585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Foliennummernplatzhalter 10">
            <a:extLst xmlns:a="http://schemas.openxmlformats.org/drawingml/2006/main">
              <a:ext uri="{FF2B5EF4-FFF2-40B4-BE49-F238E27FC236}">
                <a16:creationId xmlns:a16="http://schemas.microsoft.com/office/drawing/2014/main" id="{9E8526D6-5610-4EA3-9C51-59E962AB6493}"/>
              </a:ext>
            </a:extLst>
          </p:cNvPr>
          <p:cNvSpPr>
            <a:spLocks xmlns:a="http://schemas.openxmlformats.org/drawingml/2006/main" noGrp="1"/>
          </p:cNvSpPr>
          <p:nvPr>
            <p:ph type="sldNum" idx="104"/>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12" name="Footer Placeholder 5">
            <a:extLst xmlns:a="http://schemas.openxmlformats.org/drawingml/2006/main">
              <a:ext uri="{FF2B5EF4-FFF2-40B4-BE49-F238E27FC236}">
                <a16:creationId xmlns:a16="http://schemas.microsoft.com/office/drawing/2014/main" id="{62F65D9C-B27D-4338-9C82-DFE5D2642128}"/>
              </a:ext>
            </a:extLst>
          </p:cNvPr>
          <p:cNvSpPr>
            <a:spLocks xmlns:a="http://schemas.openxmlformats.org/drawingml/2006/main" noGrp="1"/>
          </p:cNvSpPr>
          <p:nvPr>
            <p:ph type="ftr" idx="105"/>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21.xml><?xml version="1.0" encoding="utf-8"?>
<p:sldLayout xmlns:p="http://schemas.openxmlformats.org/presentationml/2006/main" preserve="1" userDrawn="1">
  <p:cSld name="MT: 3 Columns With Image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57E81BFF-E3D5-4DE6-93F1-327615D9E9F6}"/>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B509274D-D3C5-449D-BA9B-B184445B9871}"/>
              </a:ext>
            </a:extLst>
          </p:cNvPr>
          <p:cNvSpPr>
            <a:spLocks xmlns:a="http://schemas.openxmlformats.org/drawingml/2006/main" noGrp="1"/>
          </p:cNvSpPr>
          <p:nvPr>
            <p:ph type="title" idx="99" hasCustomPrompt="1"/>
          </p:nvPr>
        </p:nvSpPr>
        <p:spPr>
          <a:xfrm xmlns:a="http://schemas.openxmlformats.org/drawingml/2006/main">
            <a:off x="520454" y="1016000"/>
            <a:ext cx="11155275"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09F008F7-91B1-425F-8486-4D6832CD48A1}"/>
              </a:ext>
            </a:extLst>
          </p:cNvPr>
          <p:cNvSpPr>
            <a:spLocks xmlns:a="http://schemas.openxmlformats.org/drawingml/2006/main" noGrp="1"/>
          </p:cNvSpPr>
          <p:nvPr>
            <p:ph idx="1"/>
          </p:nvPr>
        </p:nvSpPr>
        <p:spPr>
          <a:xfrm xmlns:a="http://schemas.openxmlformats.org/drawingml/2006/main">
            <a:off x="520454" y="3140969"/>
            <a:ext cx="3454982" cy="3240857"/>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2">
            <a:extLst xmlns:a="http://schemas.openxmlformats.org/drawingml/2006/main">
              <a:ext uri="{FF2B5EF4-FFF2-40B4-BE49-F238E27FC236}">
                <a16:creationId xmlns:a16="http://schemas.microsoft.com/office/drawing/2014/main" id="{D043C23F-2492-495B-963A-2F0EEC623AC5}"/>
              </a:ext>
            </a:extLst>
          </p:cNvPr>
          <p:cNvSpPr>
            <a:spLocks xmlns:a="http://schemas.openxmlformats.org/drawingml/2006/main" noGrp="1"/>
          </p:cNvSpPr>
          <p:nvPr>
            <p:ph idx="2"/>
          </p:nvPr>
        </p:nvSpPr>
        <p:spPr>
          <a:xfrm xmlns:a="http://schemas.openxmlformats.org/drawingml/2006/main">
            <a:off x="4368137" y="3140969"/>
            <a:ext cx="3456385" cy="3240857"/>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Body3">
            <a:extLst xmlns:a="http://schemas.openxmlformats.org/drawingml/2006/main">
              <a:ext uri="{FF2B5EF4-FFF2-40B4-BE49-F238E27FC236}">
                <a16:creationId xmlns:a16="http://schemas.microsoft.com/office/drawing/2014/main" id="{CE1B7DF3-4BF3-4032-9CDB-73F73144D72F}"/>
              </a:ext>
            </a:extLst>
          </p:cNvPr>
          <p:cNvSpPr>
            <a:spLocks xmlns:a="http://schemas.openxmlformats.org/drawingml/2006/main" noGrp="1"/>
          </p:cNvSpPr>
          <p:nvPr>
            <p:ph idx="3"/>
          </p:nvPr>
        </p:nvSpPr>
        <p:spPr>
          <a:xfrm xmlns:a="http://schemas.openxmlformats.org/drawingml/2006/main">
            <a:off x="8222418" y="3140969"/>
            <a:ext cx="3456716" cy="3240857"/>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Foliennummernplatzhalter 10">
            <a:extLst xmlns:a="http://schemas.openxmlformats.org/drawingml/2006/main">
              <a:ext uri="{FF2B5EF4-FFF2-40B4-BE49-F238E27FC236}">
                <a16:creationId xmlns:a16="http://schemas.microsoft.com/office/drawing/2014/main" id="{3E8817CD-F383-4D17-AE8E-FC6D5E380D85}"/>
              </a:ext>
            </a:extLst>
          </p:cNvPr>
          <p:cNvSpPr>
            <a:spLocks xmlns:a="http://schemas.openxmlformats.org/drawingml/2006/main" noGrp="1"/>
          </p:cNvSpPr>
          <p:nvPr>
            <p:ph type="sldNum" idx="104"/>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3" name="Bildplatzhalter 2">
            <a:extLst xmlns:a="http://schemas.openxmlformats.org/drawingml/2006/main">
              <a:ext uri="{FF2B5EF4-FFF2-40B4-BE49-F238E27FC236}">
                <a16:creationId xmlns:a16="http://schemas.microsoft.com/office/drawing/2014/main" id="{700E3501-5760-4AE3-87CD-094993805629}"/>
              </a:ext>
            </a:extLst>
          </p:cNvPr>
          <p:cNvSpPr>
            <a:spLocks xmlns:a="http://schemas.openxmlformats.org/drawingml/2006/main" noGrp="1"/>
          </p:cNvSpPr>
          <p:nvPr>
            <p:ph type="pic" idx="106" hasCustomPrompt="1"/>
          </p:nvPr>
        </p:nvSpPr>
        <p:spPr>
          <a:xfrm xmlns:a="http://schemas.openxmlformats.org/drawingml/2006/main">
            <a:off x="520454" y="1485900"/>
            <a:ext cx="3462107" cy="1439044"/>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4" name="Bildplatzhalter 2">
            <a:extLst xmlns:a="http://schemas.openxmlformats.org/drawingml/2006/main">
              <a:ext uri="{FF2B5EF4-FFF2-40B4-BE49-F238E27FC236}">
                <a16:creationId xmlns:a16="http://schemas.microsoft.com/office/drawing/2014/main" id="{3B4F9B74-ECA5-4AC8-B39A-25331C58FC04}"/>
              </a:ext>
            </a:extLst>
          </p:cNvPr>
          <p:cNvSpPr>
            <a:spLocks xmlns:a="http://schemas.openxmlformats.org/drawingml/2006/main" noGrp="1"/>
          </p:cNvSpPr>
          <p:nvPr>
            <p:ph type="pic" idx="107" hasCustomPrompt="1"/>
          </p:nvPr>
        </p:nvSpPr>
        <p:spPr>
          <a:xfrm xmlns:a="http://schemas.openxmlformats.org/drawingml/2006/main">
            <a:off x="4367808" y="1485900"/>
            <a:ext cx="3460275" cy="1439044"/>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5" name="Bildplatzhalter 2">
            <a:extLst xmlns:a="http://schemas.openxmlformats.org/drawingml/2006/main">
              <a:ext uri="{FF2B5EF4-FFF2-40B4-BE49-F238E27FC236}">
                <a16:creationId xmlns:a16="http://schemas.microsoft.com/office/drawing/2014/main" id="{C3E7F919-19CF-4A5F-BDBD-953B39ED21FF}"/>
              </a:ext>
            </a:extLst>
          </p:cNvPr>
          <p:cNvSpPr>
            <a:spLocks xmlns:a="http://schemas.openxmlformats.org/drawingml/2006/main" noGrp="1"/>
          </p:cNvSpPr>
          <p:nvPr>
            <p:ph type="pic" idx="108" hasCustomPrompt="1"/>
          </p:nvPr>
        </p:nvSpPr>
        <p:spPr>
          <a:xfrm xmlns:a="http://schemas.openxmlformats.org/drawingml/2006/main">
            <a:off x="8221391" y="1485900"/>
            <a:ext cx="3457415" cy="1428694"/>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6" name="Footer Placeholder 5">
            <a:extLst xmlns:a="http://schemas.openxmlformats.org/drawingml/2006/main">
              <a:ext uri="{FF2B5EF4-FFF2-40B4-BE49-F238E27FC236}">
                <a16:creationId xmlns:a16="http://schemas.microsoft.com/office/drawing/2014/main" id="{76929011-784F-421C-B8E6-D5215A51387A}"/>
              </a:ext>
            </a:extLst>
          </p:cNvPr>
          <p:cNvSpPr>
            <a:spLocks xmlns:a="http://schemas.openxmlformats.org/drawingml/2006/main" noGrp="1"/>
          </p:cNvSpPr>
          <p:nvPr>
            <p:ph type="ftr" idx="109"/>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22.xml><?xml version="1.0" encoding="utf-8"?>
<p:sldLayout xmlns:p="http://schemas.openxmlformats.org/presentationml/2006/main" preserve="1" userDrawn="1">
  <p:cSld name="MT: 4 Column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F20CDEF2-4590-42D1-9D7B-2B67302AEDCE}"/>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0834B86E-1366-4C95-933E-8B21CE356606}"/>
              </a:ext>
            </a:extLst>
          </p:cNvPr>
          <p:cNvSpPr>
            <a:spLocks xmlns:a="http://schemas.openxmlformats.org/drawingml/2006/main" noGrp="1"/>
          </p:cNvSpPr>
          <p:nvPr>
            <p:ph type="title" idx="99" hasCustomPrompt="1"/>
          </p:nvPr>
        </p:nvSpPr>
        <p:spPr>
          <a:xfrm xmlns:a="http://schemas.openxmlformats.org/drawingml/2006/main">
            <a:off x="520453" y="1016000"/>
            <a:ext cx="11155609"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B3E5B541-44C9-461A-9F3B-B4B9CBA13138}"/>
              </a:ext>
            </a:extLst>
          </p:cNvPr>
          <p:cNvSpPr>
            <a:spLocks xmlns:a="http://schemas.openxmlformats.org/drawingml/2006/main" noGrp="1"/>
          </p:cNvSpPr>
          <p:nvPr>
            <p:ph idx="1" hasCustomPrompt="1"/>
          </p:nvPr>
        </p:nvSpPr>
        <p:spPr>
          <a:xfrm xmlns:a="http://schemas.openxmlformats.org/drawingml/2006/main">
            <a:off x="520454" y="1484784"/>
            <a:ext cx="2500578" cy="489654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2">
            <a:extLst xmlns:a="http://schemas.openxmlformats.org/drawingml/2006/main">
              <a:ext uri="{FF2B5EF4-FFF2-40B4-BE49-F238E27FC236}">
                <a16:creationId xmlns:a16="http://schemas.microsoft.com/office/drawing/2014/main" id="{FF71ADF2-7D59-4699-8BFC-993184BAC5BE}"/>
              </a:ext>
            </a:extLst>
          </p:cNvPr>
          <p:cNvSpPr>
            <a:spLocks xmlns:a="http://schemas.openxmlformats.org/drawingml/2006/main" noGrp="1"/>
          </p:cNvSpPr>
          <p:nvPr>
            <p:ph idx="2" hasCustomPrompt="1"/>
          </p:nvPr>
        </p:nvSpPr>
        <p:spPr>
          <a:xfrm xmlns:a="http://schemas.openxmlformats.org/drawingml/2006/main">
            <a:off x="3410568" y="1484784"/>
            <a:ext cx="2496277" cy="489654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Body3">
            <a:extLst xmlns:a="http://schemas.openxmlformats.org/drawingml/2006/main">
              <a:ext uri="{FF2B5EF4-FFF2-40B4-BE49-F238E27FC236}">
                <a16:creationId xmlns:a16="http://schemas.microsoft.com/office/drawing/2014/main" id="{A9BC4FA7-D839-4E5A-A0A3-53A2BEC91C6C}"/>
              </a:ext>
            </a:extLst>
          </p:cNvPr>
          <p:cNvSpPr>
            <a:spLocks xmlns:a="http://schemas.openxmlformats.org/drawingml/2006/main" noGrp="1"/>
          </p:cNvSpPr>
          <p:nvPr>
            <p:ph idx="3" hasCustomPrompt="1"/>
          </p:nvPr>
        </p:nvSpPr>
        <p:spPr>
          <a:xfrm xmlns:a="http://schemas.openxmlformats.org/drawingml/2006/main">
            <a:off x="6296381" y="1485900"/>
            <a:ext cx="2496277" cy="489542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Foliennummernplatzhalter 10">
            <a:extLst xmlns:a="http://schemas.openxmlformats.org/drawingml/2006/main">
              <a:ext uri="{FF2B5EF4-FFF2-40B4-BE49-F238E27FC236}">
                <a16:creationId xmlns:a16="http://schemas.microsoft.com/office/drawing/2014/main" id="{C769EDAC-50DB-42AE-B942-D050548317B4}"/>
              </a:ext>
            </a:extLst>
          </p:cNvPr>
          <p:cNvSpPr>
            <a:spLocks xmlns:a="http://schemas.openxmlformats.org/drawingml/2006/main" noGrp="1"/>
          </p:cNvSpPr>
          <p:nvPr>
            <p:ph type="sldNum" idx="104"/>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10" name="Body4">
            <a:extLst xmlns:a="http://schemas.openxmlformats.org/drawingml/2006/main">
              <a:ext uri="{FF2B5EF4-FFF2-40B4-BE49-F238E27FC236}">
                <a16:creationId xmlns:a16="http://schemas.microsoft.com/office/drawing/2014/main" id="{B18B9A26-56BD-4CEB-81B9-FD5C7E1397E6}"/>
              </a:ext>
            </a:extLst>
          </p:cNvPr>
          <p:cNvSpPr>
            <a:spLocks xmlns:a="http://schemas.openxmlformats.org/drawingml/2006/main" noGrp="1"/>
          </p:cNvSpPr>
          <p:nvPr>
            <p:ph idx="4" hasCustomPrompt="1"/>
          </p:nvPr>
        </p:nvSpPr>
        <p:spPr>
          <a:xfrm xmlns:a="http://schemas.openxmlformats.org/drawingml/2006/main">
            <a:off x="9182194" y="1485900"/>
            <a:ext cx="2496611" cy="489585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 name="Footer Placeholder 5">
            <a:extLst xmlns:a="http://schemas.openxmlformats.org/drawingml/2006/main">
              <a:ext uri="{FF2B5EF4-FFF2-40B4-BE49-F238E27FC236}">
                <a16:creationId xmlns:a16="http://schemas.microsoft.com/office/drawing/2014/main" id="{0248A160-E381-45FF-9F6B-8F6A195C2B54}"/>
              </a:ext>
            </a:extLst>
          </p:cNvPr>
          <p:cNvSpPr>
            <a:spLocks xmlns:a="http://schemas.openxmlformats.org/drawingml/2006/main" noGrp="1"/>
          </p:cNvSpPr>
          <p:nvPr>
            <p:ph type="ftr" idx="105"/>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23.xml><?xml version="1.0" encoding="utf-8"?>
<p:sldLayout xmlns:p="http://schemas.openxmlformats.org/presentationml/2006/main" preserve="1" userDrawn="1">
  <p:cSld name="MT: 4 Columns With Images">
    <p:spTree>
      <p:nvGrpSpPr>
        <p:cNvPr id="1" name=""/>
        <p:cNvGrpSpPr/>
        <p:nvPr/>
      </p:nvGrpSpPr>
      <p:grpSpPr>
        <a:xfrm xmlns:a="http://schemas.openxmlformats.org/drawingml/2006/main"/>
      </p:grpSpPr>
      <p:sp>
        <p:nvSpPr>
          <p:cNvPr id="5" name="Titel">
            <a:extLst xmlns:a="http://schemas.openxmlformats.org/drawingml/2006/main">
              <a:ext uri="{FF2B5EF4-FFF2-40B4-BE49-F238E27FC236}">
                <a16:creationId xmlns:a16="http://schemas.microsoft.com/office/drawing/2014/main" id="{A78D21E4-D894-47B5-9EA2-3B249CA805CE}"/>
              </a:ext>
            </a:extLst>
          </p:cNvPr>
          <p:cNvSpPr>
            <a:spLocks xmlns:a="http://schemas.openxmlformats.org/drawingml/2006/main" noGrp="1"/>
          </p:cNvSpPr>
          <p:nvPr>
            <p:ph type="title" idx="0" hasCustomPrompt="1"/>
          </p:nvPr>
        </p:nvSpPr>
        <p:spPr>
          <a:xfrm xmlns:a="http://schemas.openxmlformats.org/drawingml/2006/main">
            <a:off x="520454" y="188641"/>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8" name="Subline">
            <a:extLst xmlns:a="http://schemas.openxmlformats.org/drawingml/2006/main">
              <a:ext uri="{FF2B5EF4-FFF2-40B4-BE49-F238E27FC236}">
                <a16:creationId xmlns:a16="http://schemas.microsoft.com/office/drawing/2014/main" id="{B04B05DE-92A0-4BC9-8D6D-1C63877D66DA}"/>
              </a:ext>
            </a:extLst>
          </p:cNvPr>
          <p:cNvSpPr>
            <a:spLocks xmlns:a="http://schemas.openxmlformats.org/drawingml/2006/main" noGrp="1"/>
          </p:cNvSpPr>
          <p:nvPr>
            <p:ph type="title" idx="99" hasCustomPrompt="1"/>
          </p:nvPr>
        </p:nvSpPr>
        <p:spPr>
          <a:xfrm xmlns:a="http://schemas.openxmlformats.org/drawingml/2006/main">
            <a:off x="520453" y="1016000"/>
            <a:ext cx="11155609"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7" name="Body1">
            <a:extLst xmlns:a="http://schemas.openxmlformats.org/drawingml/2006/main">
              <a:ext uri="{FF2B5EF4-FFF2-40B4-BE49-F238E27FC236}">
                <a16:creationId xmlns:a16="http://schemas.microsoft.com/office/drawing/2014/main" id="{D4B38065-DE36-48B8-B993-611DE932F13E}"/>
              </a:ext>
            </a:extLst>
          </p:cNvPr>
          <p:cNvSpPr>
            <a:spLocks xmlns:a="http://schemas.openxmlformats.org/drawingml/2006/main" noGrp="1"/>
          </p:cNvSpPr>
          <p:nvPr>
            <p:ph idx="1"/>
          </p:nvPr>
        </p:nvSpPr>
        <p:spPr>
          <a:xfrm xmlns:a="http://schemas.openxmlformats.org/drawingml/2006/main">
            <a:off x="520454" y="3140968"/>
            <a:ext cx="2496277" cy="3240782"/>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Body2">
            <a:extLst xmlns:a="http://schemas.openxmlformats.org/drawingml/2006/main">
              <a:ext uri="{FF2B5EF4-FFF2-40B4-BE49-F238E27FC236}">
                <a16:creationId xmlns:a16="http://schemas.microsoft.com/office/drawing/2014/main" id="{71B51D5E-0DC3-4355-92FC-DB0872C2E3E7}"/>
              </a:ext>
            </a:extLst>
          </p:cNvPr>
          <p:cNvSpPr>
            <a:spLocks xmlns:a="http://schemas.openxmlformats.org/drawingml/2006/main" noGrp="1"/>
          </p:cNvSpPr>
          <p:nvPr>
            <p:ph idx="2"/>
          </p:nvPr>
        </p:nvSpPr>
        <p:spPr>
          <a:xfrm xmlns:a="http://schemas.openxmlformats.org/drawingml/2006/main">
            <a:off x="3411521" y="3140968"/>
            <a:ext cx="2496277" cy="324036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Body3">
            <a:extLst xmlns:a="http://schemas.openxmlformats.org/drawingml/2006/main">
              <a:ext uri="{FF2B5EF4-FFF2-40B4-BE49-F238E27FC236}">
                <a16:creationId xmlns:a16="http://schemas.microsoft.com/office/drawing/2014/main" id="{94B56CCA-52B4-4722-8644-2F09F430F4B3}"/>
              </a:ext>
            </a:extLst>
          </p:cNvPr>
          <p:cNvSpPr>
            <a:spLocks xmlns:a="http://schemas.openxmlformats.org/drawingml/2006/main" noGrp="1"/>
          </p:cNvSpPr>
          <p:nvPr>
            <p:ph idx="3"/>
          </p:nvPr>
        </p:nvSpPr>
        <p:spPr>
          <a:xfrm xmlns:a="http://schemas.openxmlformats.org/drawingml/2006/main">
            <a:off x="6302588" y="3147550"/>
            <a:ext cx="2484819" cy="323420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Foliennummernplatzhalter 10">
            <a:extLst xmlns:a="http://schemas.openxmlformats.org/drawingml/2006/main">
              <a:ext uri="{FF2B5EF4-FFF2-40B4-BE49-F238E27FC236}">
                <a16:creationId xmlns:a16="http://schemas.microsoft.com/office/drawing/2014/main" id="{F904ED57-00AA-40F9-B89E-47C9575B04B3}"/>
              </a:ext>
            </a:extLst>
          </p:cNvPr>
          <p:cNvSpPr>
            <a:spLocks xmlns:a="http://schemas.openxmlformats.org/drawingml/2006/main" noGrp="1"/>
          </p:cNvSpPr>
          <p:nvPr>
            <p:ph type="sldNum" idx="104"/>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10" name="Body4">
            <a:extLst xmlns:a="http://schemas.openxmlformats.org/drawingml/2006/main">
              <a:ext uri="{FF2B5EF4-FFF2-40B4-BE49-F238E27FC236}">
                <a16:creationId xmlns:a16="http://schemas.microsoft.com/office/drawing/2014/main" id="{4BB58DE0-23C2-4F62-B7EC-916E9425ED27}"/>
              </a:ext>
            </a:extLst>
          </p:cNvPr>
          <p:cNvSpPr>
            <a:spLocks xmlns:a="http://schemas.openxmlformats.org/drawingml/2006/main" noGrp="1"/>
          </p:cNvSpPr>
          <p:nvPr>
            <p:ph idx="4"/>
          </p:nvPr>
        </p:nvSpPr>
        <p:spPr>
          <a:xfrm xmlns:a="http://schemas.openxmlformats.org/drawingml/2006/main">
            <a:off x="9182196" y="3140968"/>
            <a:ext cx="2496609" cy="3240360"/>
          </a:xfrm>
        </p:spPr>
        <p:txBody>
          <a:bodyPr xmlns:a="http://schemas.openxmlformats.org/drawingml/2006/main"/>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Bildplatzhalter 2">
            <a:extLst xmlns:a="http://schemas.openxmlformats.org/drawingml/2006/main">
              <a:ext uri="{FF2B5EF4-FFF2-40B4-BE49-F238E27FC236}">
                <a16:creationId xmlns:a16="http://schemas.microsoft.com/office/drawing/2014/main" id="{71D446D5-C0E0-4CFA-8F9E-17EDFB09B6F5}"/>
              </a:ext>
            </a:extLst>
          </p:cNvPr>
          <p:cNvSpPr>
            <a:spLocks xmlns:a="http://schemas.openxmlformats.org/drawingml/2006/main" noGrp="1"/>
          </p:cNvSpPr>
          <p:nvPr>
            <p:ph type="pic" idx="106" hasCustomPrompt="1"/>
          </p:nvPr>
        </p:nvSpPr>
        <p:spPr>
          <a:xfrm xmlns:a="http://schemas.openxmlformats.org/drawingml/2006/main">
            <a:off x="520454" y="1484784"/>
            <a:ext cx="2496608" cy="1440160"/>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4" name="Bildplatzhalter 2">
            <a:extLst xmlns:a="http://schemas.openxmlformats.org/drawingml/2006/main">
              <a:ext uri="{FF2B5EF4-FFF2-40B4-BE49-F238E27FC236}">
                <a16:creationId xmlns:a16="http://schemas.microsoft.com/office/drawing/2014/main" id="{5AC0F4FF-D7C2-4D54-8ADB-23E7DEBA9F74}"/>
              </a:ext>
            </a:extLst>
          </p:cNvPr>
          <p:cNvSpPr>
            <a:spLocks xmlns:a="http://schemas.openxmlformats.org/drawingml/2006/main" noGrp="1"/>
          </p:cNvSpPr>
          <p:nvPr>
            <p:ph type="pic" idx="107" hasCustomPrompt="1"/>
          </p:nvPr>
        </p:nvSpPr>
        <p:spPr>
          <a:xfrm xmlns:a="http://schemas.openxmlformats.org/drawingml/2006/main">
            <a:off x="3412136" y="1484784"/>
            <a:ext cx="2483632" cy="1437010"/>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5" name="Bildplatzhalter 2">
            <a:extLst xmlns:a="http://schemas.openxmlformats.org/drawingml/2006/main">
              <a:ext uri="{FF2B5EF4-FFF2-40B4-BE49-F238E27FC236}">
                <a16:creationId xmlns:a16="http://schemas.microsoft.com/office/drawing/2014/main" id="{B084180E-99CA-4695-8A2B-8DABD0D5A7EC}"/>
              </a:ext>
            </a:extLst>
          </p:cNvPr>
          <p:cNvSpPr>
            <a:spLocks xmlns:a="http://schemas.openxmlformats.org/drawingml/2006/main" noGrp="1"/>
          </p:cNvSpPr>
          <p:nvPr>
            <p:ph type="pic" idx="108" hasCustomPrompt="1"/>
          </p:nvPr>
        </p:nvSpPr>
        <p:spPr>
          <a:xfrm xmlns:a="http://schemas.openxmlformats.org/drawingml/2006/main">
            <a:off x="6290842" y="1485900"/>
            <a:ext cx="2496277" cy="1439044"/>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6" name="Bildplatzhalter 2">
            <a:extLst xmlns:a="http://schemas.openxmlformats.org/drawingml/2006/main">
              <a:ext uri="{FF2B5EF4-FFF2-40B4-BE49-F238E27FC236}">
                <a16:creationId xmlns:a16="http://schemas.microsoft.com/office/drawing/2014/main" id="{BFF46451-D12B-4BEA-951B-900EA9B05848}"/>
              </a:ext>
            </a:extLst>
          </p:cNvPr>
          <p:cNvSpPr>
            <a:spLocks xmlns:a="http://schemas.openxmlformats.org/drawingml/2006/main" noGrp="1"/>
          </p:cNvSpPr>
          <p:nvPr>
            <p:ph type="pic" idx="109" hasCustomPrompt="1"/>
          </p:nvPr>
        </p:nvSpPr>
        <p:spPr>
          <a:xfrm xmlns:a="http://schemas.openxmlformats.org/drawingml/2006/main">
            <a:off x="9182194" y="1485900"/>
            <a:ext cx="2496611" cy="1439044"/>
          </a:xfrm>
          <a:prstGeom xmlns:a="http://schemas.openxmlformats.org/drawingml/2006/main" prst="rect">
            <a:avLst/>
          </a:prstGeom>
          <a:noFill xmlns:a="http://schemas.openxmlformats.org/drawingml/2006/main"/>
        </p:spPr>
        <p:txBody>
          <a:bodyPr xmlns:a="http://schemas.openxmlformats.org/drawingml/2006/main" tIns="144000"/>
          <a:lstStyle xmlns:a="http://schemas.openxmlformats.org/drawingml/2006/main">
            <a:lvl1pPr marL="0" indent="0" algn="ctr">
              <a:buNone/>
              <a:defRPr sz="1600"/>
            </a:lvl1pPr>
          </a:lstStyle>
          <a:p xmlns:a="http://schemas.openxmlformats.org/drawingml/2006/main">
            <a:r>
              <a:t>Click icon to add image</a:t>
            </a:r>
          </a:p>
        </p:txBody>
      </p:sp>
      <p:sp>
        <p:nvSpPr>
          <p:cNvPr id="18" name="Footer Placeholder 5">
            <a:extLst xmlns:a="http://schemas.openxmlformats.org/drawingml/2006/main">
              <a:ext uri="{FF2B5EF4-FFF2-40B4-BE49-F238E27FC236}">
                <a16:creationId xmlns:a16="http://schemas.microsoft.com/office/drawing/2014/main" id="{F4E9A129-C01C-49EE-9DEC-99F6C1E3F620}"/>
              </a:ext>
            </a:extLst>
          </p:cNvPr>
          <p:cNvSpPr>
            <a:spLocks xmlns:a="http://schemas.openxmlformats.org/drawingml/2006/main" noGrp="1"/>
          </p:cNvSpPr>
          <p:nvPr>
            <p:ph type="ftr" idx="110"/>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24.xml><?xml version="1.0" encoding="utf-8"?>
<p:sldLayout xmlns:p="http://schemas.openxmlformats.org/presentationml/2006/main" preserve="1" userDrawn="1">
  <p:cSld name="MT: SWOT">
    <p:spTree>
      <p:nvGrpSpPr>
        <p:cNvPr id="1" name=""/>
        <p:cNvGrpSpPr/>
        <p:nvPr/>
      </p:nvGrpSpPr>
      <p:grpSpPr>
        <a:xfrm xmlns:a="http://schemas.openxmlformats.org/drawingml/2006/main"/>
      </p:grpSpPr>
      <p:sp>
        <p:nvSpPr>
          <p:cNvPr id="6" name="Rectangle 5" hidden="1">
            <a:extLst xmlns:a="http://schemas.openxmlformats.org/drawingml/2006/main">
              <a:ext uri="{FF2B5EF4-FFF2-40B4-BE49-F238E27FC236}">
                <a16:creationId xmlns:a16="http://schemas.microsoft.com/office/drawing/2014/main" id="{92C820CF-D1BD-449B-9150-3B29145AF0CB}"/>
              </a:ext>
            </a:extLst>
          </p:cNvPr>
          <p:cNvSpPr>
            <a:spLocks xmlns:a="http://schemas.openxmlformats.org/drawingml/2006/main" noGrp="1"/>
          </p:cNvSpPr>
          <p:nvPr/>
        </p:nvSpPr>
        <p:spPr>
          <a:xfrm xmlns:a="http://schemas.openxmlformats.org/drawingml/2006/main">
            <a:off x="0" y="0"/>
            <a:ext cx="158750" cy="15875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none" lIns="0" tIns="0" rIns="0" bIns="0" anchor="ctr"/>
          <a:lstStyle xmlns:a="http://schemas.openxmlformats.org/drawingml/2006/main"/>
          <a:p xmlns:a="http://schemas.openxmlformats.org/drawingml/2006/main">
            <a:pPr marL="0" lvl="0" indent="0" algn="ctr">
              <a:buNone/>
            </a:pPr>
          </a:p>
        </p:txBody>
      </p:sp>
      <p:sp>
        <p:nvSpPr>
          <p:cNvPr id="2" name="Headline">
            <a:extLst xmlns:a="http://schemas.openxmlformats.org/drawingml/2006/main">
              <a:ext uri="{FF2B5EF4-FFF2-40B4-BE49-F238E27FC236}">
                <a16:creationId xmlns:a16="http://schemas.microsoft.com/office/drawing/2014/main" id="{89E66230-CF9A-4EDE-9150-760E41BFDE90}"/>
              </a:ext>
            </a:extLst>
          </p:cNvPr>
          <p:cNvSpPr>
            <a:spLocks xmlns:a="http://schemas.openxmlformats.org/drawingml/2006/main" noGrp="1"/>
          </p:cNvSpPr>
          <p:nvPr>
            <p:ph type="title" idx="0" hasCustomPrompt="1"/>
          </p:nvPr>
        </p:nvSpPr>
        <p:spPr>
          <a:xfrm xmlns:a="http://schemas.openxmlformats.org/drawingml/2006/main">
            <a:off x="519488" y="190073"/>
            <a:ext cx="9217024" cy="573984"/>
          </a:xfrm>
        </p:spPr>
        <p:txBody>
          <a:bodyPr xmlns:a="http://schemas.openxmlformats.org/drawingml/2006/main" vert="horz"/>
          <a:lstStyle xmlns:a="http://schemas.openxmlformats.org/drawingml/2006/main">
            <a:lvl1pPr>
              <a:buNone/>
              <a:defRPr/>
            </a:lvl1pPr>
          </a:lstStyle>
          <a:p xmlns:a="http://schemas.openxmlformats.org/drawingml/2006/main">
            <a:r>
              <a:t>Click to add topic</a:t>
            </a:r>
          </a:p>
        </p:txBody>
      </p:sp>
      <p:sp>
        <p:nvSpPr>
          <p:cNvPr id="10" name="Subline">
            <a:extLst xmlns:a="http://schemas.openxmlformats.org/drawingml/2006/main">
              <a:ext uri="{FF2B5EF4-FFF2-40B4-BE49-F238E27FC236}">
                <a16:creationId xmlns:a16="http://schemas.microsoft.com/office/drawing/2014/main" id="{8271F485-0962-4365-BC28-DB8AA7F93A68}"/>
              </a:ext>
            </a:extLst>
          </p:cNvPr>
          <p:cNvSpPr>
            <a:spLocks xmlns:a="http://schemas.openxmlformats.org/drawingml/2006/main" noGrp="1"/>
          </p:cNvSpPr>
          <p:nvPr>
            <p:ph type="title" idx="99" hasCustomPrompt="1"/>
          </p:nvPr>
        </p:nvSpPr>
        <p:spPr>
          <a:xfrm xmlns:a="http://schemas.openxmlformats.org/drawingml/2006/main">
            <a:off x="520787" y="1016000"/>
            <a:ext cx="11137900" cy="324769"/>
          </a:xfrm>
        </p:spPr>
        <p:txBody>
          <a:bodyPr xmlns:a="http://schemas.openxmlformats.org/drawingml/2006/main" vert="horz" anchor="t"/>
          <a:lstStyle xmlns:a="http://schemas.openxmlformats.org/drawingml/2006/main">
            <a:lvl1pPr marL="0" indent="0">
              <a:lnSpc>
                <a:spcPct val="100000"/>
              </a:lnSpc>
              <a:spcAft>
                <a:spcPts val="0"/>
              </a:spcAft>
              <a:buNone/>
              <a:defRPr sz="1800" b="1">
                <a:solidFill>
                  <a:schemeClr val="accent1"/>
                </a:solidFill>
              </a:defRPr>
            </a:lvl1pPr>
          </a:lstStyle>
          <a:p xmlns:a="http://schemas.openxmlformats.org/drawingml/2006/main">
            <a:pPr lvl="0">
              <a:buNone/>
            </a:pPr>
            <a:r>
              <a:t>Click to add slide summary/conclusion</a:t>
            </a:r>
          </a:p>
        </p:txBody>
      </p:sp>
      <p:sp>
        <p:nvSpPr>
          <p:cNvPr id="8" name="Body1">
            <a:extLst xmlns:a="http://schemas.openxmlformats.org/drawingml/2006/main">
              <a:ext uri="{FF2B5EF4-FFF2-40B4-BE49-F238E27FC236}">
                <a16:creationId xmlns:a16="http://schemas.microsoft.com/office/drawing/2014/main" id="{F976A581-630D-4E8C-A7D0-4D8EE382E333}"/>
              </a:ext>
            </a:extLst>
          </p:cNvPr>
          <p:cNvSpPr>
            <a:spLocks xmlns:a="http://schemas.openxmlformats.org/drawingml/2006/main" noGrp="1"/>
          </p:cNvSpPr>
          <p:nvPr>
            <p:ph idx="2" hasCustomPrompt="1"/>
          </p:nvPr>
        </p:nvSpPr>
        <p:spPr>
          <a:xfrm xmlns:a="http://schemas.openxmlformats.org/drawingml/2006/main">
            <a:off x="520787" y="2060576"/>
            <a:ext cx="5400000" cy="17284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baseline="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Click to add text…</a:t>
            </a:r>
          </a:p>
          <a:p xmlns:a="http://schemas.openxmlformats.org/drawingml/2006/main">
            <a:pPr lvl="1">
              <a:buNone/>
            </a:pPr>
            <a:r>
              <a:t>Level 2</a:t>
            </a:r>
          </a:p>
          <a:p xmlns:a="http://schemas.openxmlformats.org/drawingml/2006/main">
            <a:pPr lvl="2">
              <a:buNone/>
            </a:pPr>
            <a:r>
              <a:t>Level 3</a:t>
            </a:r>
          </a:p>
          <a:p xmlns:a="http://schemas.openxmlformats.org/drawingml/2006/main">
            <a:pPr lvl="3">
              <a:buNone/>
            </a:pPr>
            <a:r>
              <a:t>Level 4</a:t>
            </a:r>
          </a:p>
          <a:p xmlns:a="http://schemas.openxmlformats.org/drawingml/2006/main">
            <a:pPr lvl="4">
              <a:buNone/>
            </a:pPr>
            <a:r>
              <a:t>Level 5</a:t>
            </a:r>
          </a:p>
        </p:txBody>
      </p:sp>
      <p:sp>
        <p:nvSpPr>
          <p:cNvPr id="14" name="Body2">
            <a:extLst xmlns:a="http://schemas.openxmlformats.org/drawingml/2006/main">
              <a:ext uri="{FF2B5EF4-FFF2-40B4-BE49-F238E27FC236}">
                <a16:creationId xmlns:a16="http://schemas.microsoft.com/office/drawing/2014/main" id="{3CA0F1DF-6FBE-4FCC-AABD-EC0BD86AEED6}"/>
              </a:ext>
            </a:extLst>
          </p:cNvPr>
          <p:cNvSpPr>
            <a:spLocks xmlns:a="http://schemas.openxmlformats.org/drawingml/2006/main" noGrp="1"/>
          </p:cNvSpPr>
          <p:nvPr>
            <p:ph idx="4" hasCustomPrompt="1"/>
          </p:nvPr>
        </p:nvSpPr>
        <p:spPr>
          <a:xfrm xmlns:a="http://schemas.openxmlformats.org/drawingml/2006/main">
            <a:off x="6278495" y="2060576"/>
            <a:ext cx="5400000" cy="1728192"/>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baseline="0">
                <a:solidFill>
                  <a:schemeClr val="tx1"/>
                </a:solidFill>
              </a:defRPr>
            </a:lvl1pPr>
            <a:lvl2pPr>
              <a:buNone/>
              <a:defRPr sz="1600" baseline="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Click to add text</a:t>
            </a:r>
          </a:p>
          <a:p xmlns:a="http://schemas.openxmlformats.org/drawingml/2006/main">
            <a:pPr lvl="1">
              <a:buNone/>
            </a:pPr>
            <a:r>
              <a:t>Level 2</a:t>
            </a:r>
          </a:p>
          <a:p xmlns:a="http://schemas.openxmlformats.org/drawingml/2006/main">
            <a:pPr lvl="2">
              <a:buNone/>
            </a:pPr>
            <a:r>
              <a:t>Level 3</a:t>
            </a:r>
          </a:p>
          <a:p xmlns:a="http://schemas.openxmlformats.org/drawingml/2006/main">
            <a:pPr lvl="3">
              <a:buNone/>
            </a:pPr>
            <a:r>
              <a:t>Level 4</a:t>
            </a:r>
          </a:p>
          <a:p xmlns:a="http://schemas.openxmlformats.org/drawingml/2006/main">
            <a:pPr lvl="4">
              <a:buNone/>
            </a:pPr>
            <a:r>
              <a:t>Level 5</a:t>
            </a:r>
          </a:p>
        </p:txBody>
      </p:sp>
      <p:sp>
        <p:nvSpPr>
          <p:cNvPr id="17" name="Body3">
            <a:extLst xmlns:a="http://schemas.openxmlformats.org/drawingml/2006/main">
              <a:ext uri="{FF2B5EF4-FFF2-40B4-BE49-F238E27FC236}">
                <a16:creationId xmlns:a16="http://schemas.microsoft.com/office/drawing/2014/main" id="{FC416E0F-3504-4F31-AA3A-9F87403530ED}"/>
              </a:ext>
            </a:extLst>
          </p:cNvPr>
          <p:cNvSpPr>
            <a:spLocks xmlns:a="http://schemas.openxmlformats.org/drawingml/2006/main" noGrp="1"/>
          </p:cNvSpPr>
          <p:nvPr>
            <p:ph idx="6" hasCustomPrompt="1"/>
          </p:nvPr>
        </p:nvSpPr>
        <p:spPr>
          <a:xfrm xmlns:a="http://schemas.openxmlformats.org/drawingml/2006/main">
            <a:off x="520787" y="4653136"/>
            <a:ext cx="5400000" cy="172861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Click to add text…</a:t>
            </a:r>
          </a:p>
          <a:p xmlns:a="http://schemas.openxmlformats.org/drawingml/2006/main">
            <a:pPr lvl="1">
              <a:buNone/>
            </a:pPr>
            <a:r>
              <a:t>Level 2</a:t>
            </a:r>
          </a:p>
          <a:p xmlns:a="http://schemas.openxmlformats.org/drawingml/2006/main">
            <a:pPr lvl="2">
              <a:buNone/>
            </a:pPr>
            <a:r>
              <a:t>Level 3</a:t>
            </a:r>
          </a:p>
          <a:p xmlns:a="http://schemas.openxmlformats.org/drawingml/2006/main">
            <a:pPr lvl="3">
              <a:buNone/>
            </a:pPr>
            <a:r>
              <a:t>Level 4</a:t>
            </a:r>
          </a:p>
          <a:p xmlns:a="http://schemas.openxmlformats.org/drawingml/2006/main">
            <a:pPr lvl="4">
              <a:buNone/>
            </a:pPr>
            <a:r>
              <a:t>Level 5</a:t>
            </a:r>
          </a:p>
        </p:txBody>
      </p:sp>
      <p:sp>
        <p:nvSpPr>
          <p:cNvPr id="18" name="Body4">
            <a:extLst xmlns:a="http://schemas.openxmlformats.org/drawingml/2006/main">
              <a:ext uri="{FF2B5EF4-FFF2-40B4-BE49-F238E27FC236}">
                <a16:creationId xmlns:a16="http://schemas.microsoft.com/office/drawing/2014/main" id="{18226B22-6EC1-446A-A90B-680A823CF841}"/>
              </a:ext>
            </a:extLst>
          </p:cNvPr>
          <p:cNvSpPr>
            <a:spLocks xmlns:a="http://schemas.openxmlformats.org/drawingml/2006/main" noGrp="1"/>
          </p:cNvSpPr>
          <p:nvPr>
            <p:ph idx="8" hasCustomPrompt="1"/>
          </p:nvPr>
        </p:nvSpPr>
        <p:spPr>
          <a:xfrm xmlns:a="http://schemas.openxmlformats.org/drawingml/2006/main">
            <a:off x="6278495" y="4653136"/>
            <a:ext cx="5400000" cy="172861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lIns="54000" tIns="36000" rIns="54000" bIns="36000"/>
          <a:lstStyle xmlns:a="http://schemas.openxmlformats.org/drawingml/2006/main">
            <a:lvl1pPr>
              <a:buNone/>
              <a:defRPr sz="1600">
                <a:solidFill>
                  <a:schemeClr val="tx1"/>
                </a:solidFill>
              </a:defRPr>
            </a:lvl1pPr>
            <a:lvl2pPr>
              <a:buNone/>
              <a:defRPr sz="1600">
                <a:solidFill>
                  <a:schemeClr val="tx1"/>
                </a:solidFill>
              </a:defRPr>
            </a:lvl2pPr>
            <a:lvl3pPr>
              <a:buNone/>
              <a:defRPr sz="1600">
                <a:solidFill>
                  <a:schemeClr val="tx1"/>
                </a:solidFill>
              </a:defRPr>
            </a:lvl3pPr>
            <a:lvl4pPr>
              <a:buNone/>
              <a:defRPr sz="1600">
                <a:solidFill>
                  <a:schemeClr val="tx1"/>
                </a:solidFill>
              </a:defRPr>
            </a:lvl4pPr>
            <a:lvl5pPr>
              <a:buNone/>
              <a:defRPr sz="1600">
                <a:solidFill>
                  <a:schemeClr val="tx1"/>
                </a:solidFill>
              </a:defRPr>
            </a:lvl5pPr>
          </a:lstStyle>
          <a:p xmlns:a="http://schemas.openxmlformats.org/drawingml/2006/main">
            <a:pPr lvl="0">
              <a:buNone/>
            </a:pPr>
            <a:r>
              <a:t>Click to add text…</a:t>
            </a:r>
          </a:p>
          <a:p xmlns:a="http://schemas.openxmlformats.org/drawingml/2006/main">
            <a:pPr lvl="1">
              <a:buNone/>
            </a:pPr>
            <a:r>
              <a:t>Level 2</a:t>
            </a:r>
          </a:p>
          <a:p xmlns:a="http://schemas.openxmlformats.org/drawingml/2006/main">
            <a:pPr lvl="2">
              <a:buNone/>
            </a:pPr>
            <a:r>
              <a:t>Level 3</a:t>
            </a:r>
          </a:p>
          <a:p xmlns:a="http://schemas.openxmlformats.org/drawingml/2006/main">
            <a:pPr lvl="3">
              <a:buNone/>
            </a:pPr>
            <a:r>
              <a:t>Level 4</a:t>
            </a:r>
          </a:p>
          <a:p xmlns:a="http://schemas.openxmlformats.org/drawingml/2006/main">
            <a:pPr lvl="4">
              <a:buNone/>
            </a:pPr>
            <a:r>
              <a:t>Level 5</a:t>
            </a:r>
          </a:p>
        </p:txBody>
      </p:sp>
      <p:sp>
        <p:nvSpPr>
          <p:cNvPr id="5" name="TitelBalken2">
            <a:extLst xmlns:a="http://schemas.openxmlformats.org/drawingml/2006/main">
              <a:ext uri="{FF2B5EF4-FFF2-40B4-BE49-F238E27FC236}">
                <a16:creationId xmlns:a16="http://schemas.microsoft.com/office/drawing/2014/main" id="{83811921-E4B3-416E-947A-455F22ECBC29}"/>
              </a:ext>
            </a:extLst>
          </p:cNvPr>
          <p:cNvSpPr>
            <a:spLocks xmlns:a="http://schemas.openxmlformats.org/drawingml/2006/main" noGrp="1"/>
          </p:cNvSpPr>
          <p:nvPr>
            <p:ph type="body" idx="3" hasCustomPrompt="1"/>
          </p:nvPr>
        </p:nvSpPr>
        <p:spPr>
          <a:xfrm xmlns:a="http://schemas.openxmlformats.org/drawingml/2006/main">
            <a:off x="6278495" y="1484784"/>
            <a:ext cx="5400000" cy="576000"/>
          </a:xfrm>
          <a:prstGeom xmlns:a="http://schemas.openxmlformats.org/drawingml/2006/main" prst="rect">
            <a:avLst/>
          </a:prstGeom>
          <a:solidFill xmlns:a="http://schemas.openxmlformats.org/drawingml/2006/main">
            <a:schemeClr val="bg2"/>
          </a:solidFill>
        </p:spPr>
        <p:txBody>
          <a:bodyPr xmlns:a="http://schemas.openxmlformats.org/drawingml/2006/main" lIns="54000" tIns="36000" rIns="54000" bIns="36000" anchor="t"/>
          <a:lstStyle xmlns:a="http://schemas.openxmlformats.org/drawingml/2006/main">
            <a:lvl1pPr marL="0" indent="0">
              <a:buNone/>
              <a:defRPr sz="1600" b="1">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xmlns:a="http://schemas.openxmlformats.org/drawingml/2006/main">
            <a:pPr lvl="0">
              <a:buNone/>
            </a:pPr>
            <a:r>
              <a:t>Edit Master text styles</a:t>
            </a:r>
          </a:p>
        </p:txBody>
      </p:sp>
      <p:sp>
        <p:nvSpPr>
          <p:cNvPr id="15" name="TitelBalken3">
            <a:extLst xmlns:a="http://schemas.openxmlformats.org/drawingml/2006/main">
              <a:ext uri="{FF2B5EF4-FFF2-40B4-BE49-F238E27FC236}">
                <a16:creationId xmlns:a16="http://schemas.microsoft.com/office/drawing/2014/main" id="{1122486F-879E-4A06-B801-4EE96B5430CB}"/>
              </a:ext>
            </a:extLst>
          </p:cNvPr>
          <p:cNvSpPr>
            <a:spLocks xmlns:a="http://schemas.openxmlformats.org/drawingml/2006/main" noGrp="1"/>
          </p:cNvSpPr>
          <p:nvPr>
            <p:ph type="body" idx="5" hasCustomPrompt="1"/>
          </p:nvPr>
        </p:nvSpPr>
        <p:spPr>
          <a:xfrm xmlns:a="http://schemas.openxmlformats.org/drawingml/2006/main">
            <a:off x="520787" y="4077072"/>
            <a:ext cx="5400000" cy="576064"/>
          </a:xfrm>
          <a:prstGeom xmlns:a="http://schemas.openxmlformats.org/drawingml/2006/main" prst="rect">
            <a:avLst/>
          </a:prstGeom>
          <a:solidFill xmlns:a="http://schemas.openxmlformats.org/drawingml/2006/main">
            <a:schemeClr val="tx1"/>
          </a:solidFill>
        </p:spPr>
        <p:txBody>
          <a:bodyPr xmlns:a="http://schemas.openxmlformats.org/drawingml/2006/main" lIns="54000" tIns="36000" rIns="54000" bIns="36000" anchor="t"/>
          <a:lstStyle xmlns:a="http://schemas.openxmlformats.org/drawingml/2006/main">
            <a:lvl1pPr marL="0" indent="0">
              <a:buNone/>
              <a:defRPr sz="1600" b="1"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xmlns:a="http://schemas.openxmlformats.org/drawingml/2006/main">
            <a:pPr lvl="0">
              <a:buNone/>
            </a:pPr>
            <a:r>
              <a:t>Edit Master text styles</a:t>
            </a:r>
          </a:p>
        </p:txBody>
      </p:sp>
      <p:sp>
        <p:nvSpPr>
          <p:cNvPr id="16" name="TitelBalken4">
            <a:extLst xmlns:a="http://schemas.openxmlformats.org/drawingml/2006/main">
              <a:ext uri="{FF2B5EF4-FFF2-40B4-BE49-F238E27FC236}">
                <a16:creationId xmlns:a16="http://schemas.microsoft.com/office/drawing/2014/main" id="{C5DCD00C-10AB-4E52-9EA7-98F3FCEB0ED9}"/>
              </a:ext>
            </a:extLst>
          </p:cNvPr>
          <p:cNvSpPr>
            <a:spLocks xmlns:a="http://schemas.openxmlformats.org/drawingml/2006/main" noGrp="1"/>
          </p:cNvSpPr>
          <p:nvPr>
            <p:ph type="body" idx="7" hasCustomPrompt="1"/>
          </p:nvPr>
        </p:nvSpPr>
        <p:spPr>
          <a:xfrm xmlns:a="http://schemas.openxmlformats.org/drawingml/2006/main">
            <a:off x="6278495" y="4077072"/>
            <a:ext cx="5400000" cy="576064"/>
          </a:xfrm>
          <a:prstGeom xmlns:a="http://schemas.openxmlformats.org/drawingml/2006/main" prst="rect">
            <a:avLst/>
          </a:prstGeom>
          <a:solidFill xmlns:a="http://schemas.openxmlformats.org/drawingml/2006/main">
            <a:schemeClr val="accent6"/>
          </a:solidFill>
        </p:spPr>
        <p:txBody>
          <a:bodyPr xmlns:a="http://schemas.openxmlformats.org/drawingml/2006/main" lIns="54000" tIns="36000" rIns="54000" bIns="36000" anchor="t"/>
          <a:lstStyle xmlns:a="http://schemas.openxmlformats.org/drawingml/2006/main">
            <a:lvl1pPr marL="0" indent="0">
              <a:buNone/>
              <a:defRPr sz="1600" b="1"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xmlns:a="http://schemas.openxmlformats.org/drawingml/2006/main">
            <a:pPr lvl="0">
              <a:buNone/>
            </a:pPr>
            <a:r>
              <a:t>Edit Master text styles</a:t>
            </a:r>
          </a:p>
        </p:txBody>
      </p:sp>
      <p:sp>
        <p:nvSpPr>
          <p:cNvPr id="3" name="TitelBalken1">
            <a:extLst xmlns:a="http://schemas.openxmlformats.org/drawingml/2006/main">
              <a:ext uri="{FF2B5EF4-FFF2-40B4-BE49-F238E27FC236}">
                <a16:creationId xmlns:a16="http://schemas.microsoft.com/office/drawing/2014/main" id="{2C7B983A-B090-4291-933F-A2D0D6245167}"/>
              </a:ext>
            </a:extLst>
          </p:cNvPr>
          <p:cNvSpPr>
            <a:spLocks xmlns:a="http://schemas.openxmlformats.org/drawingml/2006/main" noGrp="1"/>
          </p:cNvSpPr>
          <p:nvPr>
            <p:ph type="body" idx="1" hasCustomPrompt="1"/>
          </p:nvPr>
        </p:nvSpPr>
        <p:spPr>
          <a:xfrm xmlns:a="http://schemas.openxmlformats.org/drawingml/2006/main">
            <a:off x="520787" y="1484784"/>
            <a:ext cx="5400000" cy="576000"/>
          </a:xfrm>
          <a:prstGeom xmlns:a="http://schemas.openxmlformats.org/drawingml/2006/main" prst="rect">
            <a:avLst/>
          </a:prstGeom>
          <a:solidFill xmlns:a="http://schemas.openxmlformats.org/drawingml/2006/main">
            <a:schemeClr val="accent1"/>
          </a:solidFill>
        </p:spPr>
        <p:txBody>
          <a:bodyPr xmlns:a="http://schemas.openxmlformats.org/drawingml/2006/main" lIns="54000" tIns="36000" rIns="54000" bIns="36000" anchor="t"/>
          <a:lstStyle xmlns:a="http://schemas.openxmlformats.org/drawingml/2006/main">
            <a:lvl1pPr marL="0" indent="0">
              <a:buNone/>
              <a:defRPr sz="1600" b="1" baseline="0">
                <a:solidFill>
                  <a:schemeClr val="bg1"/>
                </a:solidFill>
              </a:defRPr>
            </a:lvl1pPr>
            <a:lvl2pPr marL="0" indent="0">
              <a:spcAft>
                <a:spcPts val="0"/>
              </a:spcAft>
              <a:buFont typeface="+mj-lt"/>
              <a:buNone/>
              <a:defRPr b="0">
                <a:solidFill>
                  <a:schemeClr val="bg1"/>
                </a:solidFill>
              </a:defRPr>
            </a:lvl2pPr>
            <a:lvl3pPr marL="0" indent="0">
              <a:spcAft>
                <a:spcPts val="0"/>
              </a:spcAft>
              <a:buFont typeface="+mj-lt"/>
              <a:buNone/>
              <a:defRPr b="0">
                <a:solidFill>
                  <a:schemeClr val="bg1"/>
                </a:solidFill>
              </a:defRPr>
            </a:lvl3pPr>
            <a:lvl4pPr marL="0" indent="0">
              <a:spcAft>
                <a:spcPts val="0"/>
              </a:spcAft>
              <a:buFont typeface="+mj-lt"/>
              <a:buNone/>
              <a:defRPr b="0">
                <a:solidFill>
                  <a:schemeClr val="bg1"/>
                </a:solidFill>
              </a:defRPr>
            </a:lvl4pPr>
            <a:lvl5pPr marL="0" indent="0">
              <a:spcAft>
                <a:spcPts val="0"/>
              </a:spcAft>
              <a:buFont typeface="+mj-lt"/>
              <a:buNone/>
              <a:defRPr b="0">
                <a:solidFill>
                  <a:schemeClr val="bg1"/>
                </a:solidFill>
              </a:defRPr>
            </a:lvl5pPr>
          </a:lstStyle>
          <a:p xmlns:a="http://schemas.openxmlformats.org/drawingml/2006/main">
            <a:pPr lvl="0">
              <a:buNone/>
            </a:pPr>
            <a:r>
              <a:t>Edit Master text styles</a:t>
            </a:r>
          </a:p>
        </p:txBody>
      </p:sp>
      <p:sp>
        <p:nvSpPr>
          <p:cNvPr id="23" name="Foliennummernplatzhalter 22">
            <a:extLst xmlns:a="http://schemas.openxmlformats.org/drawingml/2006/main">
              <a:ext uri="{FF2B5EF4-FFF2-40B4-BE49-F238E27FC236}">
                <a16:creationId xmlns:a16="http://schemas.microsoft.com/office/drawing/2014/main" id="{DFC03872-BBCF-461F-8C62-F7467EF0135B}"/>
              </a:ext>
            </a:extLst>
          </p:cNvPr>
          <p:cNvSpPr>
            <a:spLocks xmlns:a="http://schemas.openxmlformats.org/drawingml/2006/main" noGrp="1"/>
          </p:cNvSpPr>
          <p:nvPr>
            <p:ph type="sldNum" idx="102"/>
          </p:nvPr>
        </p:nvSpPr>
        <p:spPr/>
        <p:txBody>
          <a:bodyPr xmlns:a="http://schemas.openxmlformats.org/drawingml/2006/main"/>
          <a:lstStyle xmlns:a="http://schemas.openxmlformats.org/drawingml/2006/main"/>
          <a:p xmlns:a="http://schemas.openxmlformats.org/drawingml/2006/main">
            <a:fld id="{2B2B68EE-DD1E-4368-AFCE-24A50EC7BF18}" type="slidenum">
              <a:t>‹#›</a:t>
            </a:fld>
          </a:p>
        </p:txBody>
      </p:sp>
      <p:sp>
        <p:nvSpPr>
          <p:cNvPr id="20" name="Footer Placeholder 5">
            <a:extLst xmlns:a="http://schemas.openxmlformats.org/drawingml/2006/main">
              <a:ext uri="{FF2B5EF4-FFF2-40B4-BE49-F238E27FC236}">
                <a16:creationId xmlns:a16="http://schemas.microsoft.com/office/drawing/2014/main" id="{9252C0B9-8FAF-4FE6-B5F3-CE5B059C6BC3}"/>
              </a:ext>
            </a:extLst>
          </p:cNvPr>
          <p:cNvSpPr>
            <a:spLocks xmlns:a="http://schemas.openxmlformats.org/drawingml/2006/main" noGrp="1"/>
          </p:cNvSpPr>
          <p:nvPr>
            <p:ph type="ftr" idx="103"/>
          </p:nvPr>
        </p:nvSpPr>
        <p:spPr>
          <a:xfrm xmlns:a="http://schemas.openxmlformats.org/drawingml/2006/main">
            <a:off x="520454" y="6645600"/>
            <a:ext cx="11155275"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spTree>
  </p:cSld>
</p:sldLayout>
</file>

<file path=ppt/slideLayouts/slideLayout25.xml><?xml version="1.0" encoding="utf-8"?>
<p:sldLayout xmlns:p="http://schemas.openxmlformats.org/presentationml/2006/main" showMasterSp="0" preserve="1" userDrawn="1">
  <p:cSld name="MT: Do not use">
    <p:spTree>
      <p:nvGrpSpPr>
        <p:cNvPr id="1" name=""/>
        <p:cNvGrpSpPr/>
        <p:nvPr/>
      </p:nvGrpSpPr>
      <p:grpSpPr>
        <a:xfrm xmlns:a="http://schemas.openxmlformats.org/drawingml/2006/main"/>
      </p:grpSpPr>
      <p:sp>
        <p:nvSpPr>
          <p:cNvPr id="7" name="Rechteck 6">
            <a:extLst xmlns:a="http://schemas.openxmlformats.org/drawingml/2006/main">
              <a:ext uri="{FF2B5EF4-FFF2-40B4-BE49-F238E27FC236}">
                <a16:creationId xmlns:a16="http://schemas.microsoft.com/office/drawing/2014/main" id="{1B6E7818-5C4C-4258-8FEE-5CB1FB45DD24}"/>
              </a:ext>
            </a:extLst>
          </p:cNvPr>
          <p:cNvSpPr>
            <a:spLocks xmlns:a="http://schemas.openxmlformats.org/drawingml/2006/main" noGrp="1"/>
          </p:cNvSpPr>
          <p:nvPr/>
        </p:nvSpPr>
        <p:spPr>
          <a:xfrm xmlns:a="http://schemas.openxmlformats.org/drawingml/2006/main">
            <a:off x="527051" y="404581"/>
            <a:ext cx="11137900" cy="597717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4">
              <a:shade val="50000"/>
            </a:schemeClr>
          </a:lnRef>
          <a:fillRef xmlns:a="http://schemas.openxmlformats.org/drawingml/2006/main" idx="1">
            <a:schemeClr val="accent4"/>
          </a:fillRef>
          <a:effectRef xmlns:a="http://schemas.openxmlformats.org/drawingml/2006/main" idx="0">
            <a:schemeClr val="accent4"/>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7200">
                <a:solidFill>
                  <a:schemeClr val="accent4"/>
                </a:solidFill>
              </a:rPr>
              <a:t>End master</a:t>
            </a:r>
          </a:p>
          <a:p xmlns:a="http://schemas.openxmlformats.org/drawingml/2006/main">
            <a:pPr algn="ctr">
              <a:buNone/>
            </a:pPr>
            <a:r>
              <a:rPr sz="7200">
                <a:solidFill>
                  <a:schemeClr val="tx1"/>
                </a:solidFill>
              </a:rPr>
              <a:t>Delete all layouts</a:t>
            </a:r>
            <a:r>
              <a:rPr sz="7200">
                <a:solidFill>
                  <a:schemeClr val="tx1"/>
                </a:solidFill>
              </a:rPr>
              <a:t> after this layout!</a:t>
            </a:r>
          </a:p>
        </p:txBody>
      </p:sp>
    </p:spTree>
  </p:cSld>
</p:sldLayout>
</file>

<file path=ppt/slideLayouts/slideLayout26.xml><?xml version="1.0" encoding="utf-8"?>
<p:sldLayout xmlns:p="http://schemas.openxmlformats.org/presentationml/2006/main" showMasterSp="1" preserve="1">
  <p:cSld name="MT 封面">
    <p:spTree>
      <p:nvGrpSpPr>
        <p:cNvPr id="1" name=""/>
        <p:cNvGrpSpPr/>
        <p:nvPr/>
      </p:nvGrpSpPr>
      <p:grpSpPr>
        <a:xfrm xmlns:a="http://schemas.openxmlformats.org/drawingml/2006/main"/>
      </p:grpSpPr>
      <p:sp>
        <p:nvSpPr>
          <p:cNvPr id="2" name="cover-blue-panel Layout">
            <a:extLst xmlns:a="http://schemas.openxmlformats.org/drawingml/2006/main">
              <a:ext uri="{FF2B5EF4-FFF2-40B4-BE49-F238E27FC236}">
                <a16:creationId xmlns:a16="http://schemas.microsoft.com/office/drawing/2014/main" id="{D625140E-7577-4209-B0D7-A5F48DBE7C8C}"/>
              </a:ext>
            </a:extLst>
          </p:cNvPr>
          <p:cNvSpPr>
            <a:spLocks xmlns:a="http://schemas.openxmlformats.org/drawingml/2006/main" noGrp="1"/>
          </p:cNvSpPr>
          <p:nvPr/>
        </p:nvSpPr>
        <p:spPr>
          <a:xfrm xmlns:a="http://schemas.openxmlformats.org/drawingml/2006/main">
            <a:off x="0" y="0"/>
            <a:ext cx="3219450" cy="6858000"/>
          </a:xfrm>
          <a:prstGeom xmlns:a="http://schemas.openxmlformats.org/drawingml/2006/main" prst="rect">
            <a:avLst/>
          </a:prstGeom>
          <a:gradFill xmlns:a="http://schemas.openxmlformats.org/drawingml/2006/main">
            <a:gsLst>
              <a:gs pos="0">
                <a:schemeClr val="accent1"/>
              </a:gs>
              <a:gs pos="100000">
                <a:schemeClr val="accent3"/>
              </a:gs>
            </a:gsLst>
            <a:lin ang="0" scaled="1"/>
          </a:gradFill>
          <a:ln xmlns:a="http://schemas.openxmlformats.org/drawingml/2006/main">
            <a:noFill/>
          </a:ln>
        </p:spPr>
      </p:sp>
      <p:sp>
        <p:nvSpPr>
          <p:cNvPr id="3" name="cover-white-panel Layout">
            <a:extLst xmlns:a="http://schemas.openxmlformats.org/drawingml/2006/main">
              <a:ext uri="{FF2B5EF4-FFF2-40B4-BE49-F238E27FC236}">
                <a16:creationId xmlns:a16="http://schemas.microsoft.com/office/drawing/2014/main" id="{E1BE43A2-729B-4D1E-A509-6B4414839824}"/>
              </a:ext>
            </a:extLst>
          </p:cNvPr>
          <p:cNvSpPr>
            <a:spLocks xmlns:a="http://schemas.openxmlformats.org/drawingml/2006/main" noGrp="1"/>
          </p:cNvSpPr>
          <p:nvPr/>
        </p:nvSpPr>
        <p:spPr>
          <a:xfrm xmlns:a="http://schemas.openxmlformats.org/drawingml/2006/main">
            <a:off x="3219450" y="0"/>
            <a:ext cx="8972550" cy="2638425"/>
          </a:xfrm>
          <a:prstGeom xmlns:a="http://schemas.openxmlformats.org/drawingml/2006/main" prst="rect">
            <a:avLst/>
          </a:prstGeom>
          <a:solidFill xmlns:a="http://schemas.openxmlformats.org/drawingml/2006/main">
            <a:schemeClr val="lt1"/>
          </a:solidFill>
          <a:ln xmlns:a="http://schemas.openxmlformats.org/drawingml/2006/main">
            <a:noFill/>
          </a:ln>
        </p:spPr>
      </p:sp>
      <p:sp>
        <p:nvSpPr>
          <p:cNvPr id="4" name="cover-green-accent Layout">
            <a:extLst xmlns:a="http://schemas.openxmlformats.org/drawingml/2006/main">
              <a:ext uri="{FF2B5EF4-FFF2-40B4-BE49-F238E27FC236}">
                <a16:creationId xmlns:a16="http://schemas.microsoft.com/office/drawing/2014/main" id="{9B2B18B6-F702-4E73-BC9B-C9F99A8BA1F3}"/>
              </a:ext>
            </a:extLst>
          </p:cNvPr>
          <p:cNvSpPr>
            <a:spLocks xmlns:a="http://schemas.openxmlformats.org/drawingml/2006/main" noGrp="1"/>
          </p:cNvSpPr>
          <p:nvPr/>
        </p:nvSpPr>
        <p:spPr>
          <a:xfrm xmlns:a="http://schemas.openxmlformats.org/drawingml/2006/main">
            <a:off x="3000375" y="0"/>
            <a:ext cx="219075" cy="6858000"/>
          </a:xfrm>
          <a:custGeom xmlns:a="http://schemas.openxmlformats.org/drawingml/2006/main">
            <a:rect l="l" t="t" r="r" b="b"/>
            <a:pathLst>
              <a:path w="219075" h="6858000">
                <a:moveTo>
                  <a:pt x="0" y="0"/>
                </a:moveTo>
                <a:lnTo>
                  <a:pt x="219075" y="0"/>
                </a:lnTo>
                <a:lnTo>
                  <a:pt x="219075" y="6858000"/>
                </a:lnTo>
                <a:lnTo>
                  <a:pt x="0" y="6858000"/>
                </a:lnTo>
                <a:close/>
              </a:path>
            </a:pathLst>
          </a:custGeom>
          <a:solidFill xmlns:a="http://schemas.openxmlformats.org/drawingml/2006/main">
            <a:schemeClr val="accent2"/>
          </a:solidFill>
          <a:ln xmlns:a="http://schemas.openxmlformats.org/drawingml/2006/main">
            <a:noFill/>
          </a:ln>
        </p:spPr>
      </p:sp>
      <p:pic>
        <p:nvPicPr>
          <p:cNvPr id="15" name="cover-brand-image Layout"/>
          <p:cNvPicPr>
            <a:picLocks xmlns:a="http://schemas.openxmlformats.org/drawingml/2006/main" noChangeAspect="1"/>
          </p:cNvPicPr>
          <p:nvPr/>
        </p:nvPicPr>
        <p:blipFill>
          <a:blip xmlns:r="http://schemas.openxmlformats.org/officeDocument/2006/relationships" xmlns:a="http://schemas.openxmlformats.org/drawingml/2006/main" r:embed="Rdfaf4270d24043d3"/>
          <a:stretch xmlns:a="http://schemas.openxmlformats.org/drawingml/2006/main">
            <a:fillRect l="0" t="0" r="0" b="0"/>
          </a:stretch>
        </p:blipFill>
        <p:spPr>
          <a:xfrm xmlns:a="http://schemas.openxmlformats.org/drawingml/2006/main">
            <a:off x="4743450" y="5191125"/>
            <a:ext cx="2714625" cy="1666875"/>
          </a:xfrm>
          <a:prstGeom xmlns:a="http://schemas.openxmlformats.org/drawingml/2006/main" prst="rect">
            <a:avLst/>
          </a:prstGeom>
        </p:spPr>
      </p:pic>
      <p:sp>
        <p:nvSpPr>
          <p:cNvPr id="6" name="cover-title-slot Placeholder">
            <a:extLst xmlns:a="http://schemas.openxmlformats.org/drawingml/2006/main">
              <a:ext uri="{FF2B5EF4-FFF2-40B4-BE49-F238E27FC236}">
                <a16:creationId xmlns:a16="http://schemas.microsoft.com/office/drawing/2014/main" id="{C6100224-84C5-4A0A-BD4A-F97AE0EB4CB4}"/>
              </a:ext>
            </a:extLst>
          </p:cNvPr>
          <p:cNvSpPr>
            <a:spLocks xmlns:a="http://schemas.openxmlformats.org/drawingml/2006/main" noGrp="1"/>
          </p:cNvSpPr>
          <p:nvPr>
            <p:ph type="title" idx="0"/>
          </p:nvPr>
        </p:nvSpPr>
        <p:spPr>
          <a:xfrm xmlns:a="http://schemas.openxmlformats.org/drawingml/2006/main">
            <a:off x="3600450" y="2781300"/>
            <a:ext cx="80962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3200"/>
            </a:lvl1pPr>
          </a:lstStyle>
          <a:p xmlns:a="http://schemas.openxmlformats.org/drawingml/2006/main">
            <a:pPr algn="l">
              <a:buNone/>
            </a:pPr>
            <a:r>
              <a:rPr sz="3200" b="1">
                <a:solidFill>
                  <a:schemeClr val="accent1"/>
                </a:solidFill>
                <a:latin typeface="+mj-lt"/>
                <a:ea typeface="+mj-lt"/>
                <a:cs typeface="+mj-lt"/>
              </a:rPr>
              <a:t>Click to add title</a:t>
            </a:r>
          </a:p>
        </p:txBody>
      </p:sp>
      <p:sp>
        <p:nvSpPr>
          <p:cNvPr id="7" name="cover-subtitle-slot Placeholder">
            <a:extLst xmlns:a="http://schemas.openxmlformats.org/drawingml/2006/main">
              <a:ext uri="{FF2B5EF4-FFF2-40B4-BE49-F238E27FC236}">
                <a16:creationId xmlns:a16="http://schemas.microsoft.com/office/drawing/2014/main" id="{98BE0F0E-F762-4752-8281-E8CBB5215862}"/>
              </a:ext>
            </a:extLst>
          </p:cNvPr>
          <p:cNvSpPr>
            <a:spLocks xmlns:a="http://schemas.openxmlformats.org/drawingml/2006/main" noGrp="1"/>
          </p:cNvSpPr>
          <p:nvPr>
            <p:ph type="subTitle" idx="1"/>
          </p:nvPr>
        </p:nvSpPr>
        <p:spPr>
          <a:xfrm xmlns:a="http://schemas.openxmlformats.org/drawingml/2006/main">
            <a:off x="3600450" y="3476625"/>
            <a:ext cx="80962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2400"/>
            </a:lvl1pPr>
          </a:lstStyle>
          <a:p xmlns:a="http://schemas.openxmlformats.org/drawingml/2006/main">
            <a:pPr marL="0" indent="0" algn="l">
              <a:buNone/>
            </a:pPr>
            <a:r>
              <a:rPr sz="2400">
                <a:solidFill>
                  <a:schemeClr val="dk1"/>
                </a:solidFill>
                <a:latin typeface="+mn-lt"/>
                <a:ea typeface="+mn-lt"/>
                <a:cs typeface="+mn-lt"/>
              </a:rPr>
              <a:t>Click to add subtitle</a:t>
            </a:r>
          </a:p>
        </p:txBody>
      </p:sp>
      <p:sp>
        <p:nvSpPr>
          <p:cNvPr id="8" name="cover-location-slot Placeholder">
            <a:extLst xmlns:a="http://schemas.openxmlformats.org/drawingml/2006/main">
              <a:ext uri="{FF2B5EF4-FFF2-40B4-BE49-F238E27FC236}">
                <a16:creationId xmlns:a16="http://schemas.microsoft.com/office/drawing/2014/main" id="{E9DD485B-91B4-4AA3-9921-229BAD618C08}"/>
              </a:ext>
            </a:extLst>
          </p:cNvPr>
          <p:cNvSpPr>
            <a:spLocks xmlns:a="http://schemas.openxmlformats.org/drawingml/2006/main" noGrp="1"/>
          </p:cNvSpPr>
          <p:nvPr>
            <p:ph type="body" idx="2"/>
          </p:nvPr>
        </p:nvSpPr>
        <p:spPr>
          <a:xfrm xmlns:a="http://schemas.openxmlformats.org/drawingml/2006/main">
            <a:off x="523875" y="19621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buNone/>
              <a:defRPr sz="1650"/>
            </a:lvl1pPr>
          </a:lstStyle>
          <a:p xmlns:a="http://schemas.openxmlformats.org/drawingml/2006/main">
            <a:pPr marL="0" indent="0" algn="l">
              <a:buNone/>
            </a:pPr>
            <a:r>
              <a:rPr sz="1650">
                <a:solidFill>
                  <a:srgbClr val="FFFFFF"/>
                </a:solidFill>
                <a:latin typeface="+mn-lt"/>
                <a:ea typeface="+mn-lt"/>
                <a:cs typeface="+mn-lt"/>
              </a:rPr>
              <a:t>Click to add text</a:t>
            </a:r>
          </a:p>
        </p:txBody>
      </p:sp>
      <p:sp>
        <p:nvSpPr>
          <p:cNvPr id="9" name="cover-date-slot Placeholder">
            <a:extLst xmlns:a="http://schemas.openxmlformats.org/drawingml/2006/main">
              <a:ext uri="{FF2B5EF4-FFF2-40B4-BE49-F238E27FC236}">
                <a16:creationId xmlns:a16="http://schemas.microsoft.com/office/drawing/2014/main" id="{D5635FA1-2E2E-48F0-B81E-B8A885E3CC6D}"/>
              </a:ext>
            </a:extLst>
          </p:cNvPr>
          <p:cNvSpPr>
            <a:spLocks xmlns:a="http://schemas.openxmlformats.org/drawingml/2006/main" noGrp="1"/>
          </p:cNvSpPr>
          <p:nvPr>
            <p:ph type="dt" idx="3"/>
          </p:nvPr>
        </p:nvSpPr>
        <p:spPr>
          <a:xfrm xmlns:a="http://schemas.openxmlformats.org/drawingml/2006/main">
            <a:off x="523875" y="23050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a:buNone/>
              <a:defRPr sz="1650"/>
            </a:lvl1pPr>
          </a:lstStyle>
          <a:p xmlns:a="http://schemas.openxmlformats.org/drawingml/2006/main">
            <a:pPr algn="l">
              <a:buNone/>
            </a:pPr>
            <a:fld id="{040C6A22-8494-42E5-97CC-6162967847CA}" type="datetimeFigureOut">
              <a:rPr sz="1650">
                <a:solidFill>
                  <a:srgbClr val="FFFFFF"/>
                </a:solidFill>
                <a:latin typeface="+mn-lt"/>
                <a:ea typeface="+mn-lt"/>
                <a:cs typeface="+mn-lt"/>
              </a:rPr>
              <a:t>2026</a:t>
            </a:fld>
          </a:p>
        </p:txBody>
      </p:sp>
      <p:sp>
        <p:nvSpPr>
          <p:cNvPr id="10" name="cover-author-slot Placeholder">
            <a:extLst xmlns:a="http://schemas.openxmlformats.org/drawingml/2006/main">
              <a:ext uri="{FF2B5EF4-FFF2-40B4-BE49-F238E27FC236}">
                <a16:creationId xmlns:a16="http://schemas.microsoft.com/office/drawing/2014/main" id="{BAA563B3-AD5C-4AC7-8C64-130F85CA2A52}"/>
              </a:ext>
            </a:extLst>
          </p:cNvPr>
          <p:cNvSpPr>
            <a:spLocks xmlns:a="http://schemas.openxmlformats.org/drawingml/2006/main" noGrp="1"/>
          </p:cNvSpPr>
          <p:nvPr>
            <p:ph type="ftr" idx="4"/>
          </p:nvPr>
        </p:nvSpPr>
        <p:spPr>
          <a:xfrm xmlns:a="http://schemas.openxmlformats.org/drawingml/2006/main">
            <a:off x="523875" y="2647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a:buNone/>
              <a:defRPr sz="1650"/>
            </a:lvl1pPr>
          </a:lstStyle>
          <a:p xmlns:a="http://schemas.openxmlformats.org/drawingml/2006/main">
            <a:pPr algn="l">
              <a:buNone/>
            </a:pPr>
            <a:r>
              <a:rPr sz="1650">
                <a:solidFill>
                  <a:srgbClr val="FFFFFF"/>
                </a:solidFill>
                <a:latin typeface="+mn-lt"/>
                <a:ea typeface="+mn-lt"/>
                <a:cs typeface="+mn-lt"/>
              </a:rPr>
              <a:t>Footer</a:t>
            </a:r>
          </a:p>
        </p:txBody>
      </p:sp>
    </p:spTree>
  </p:cSld>
  <p:hf sldNum="0" hdr="0" ftr="1" dt="1"/>
</p:sldLayout>
</file>

<file path=ppt/slideLayouts/slideLayout27.xml><?xml version="1.0" encoding="utf-8"?>
<p:sldLayout xmlns:p="http://schemas.openxmlformats.org/presentationml/2006/main" showMasterSp="1" preserve="1">
  <p:cSld name="MT 目录">
    <p:spTree>
      <p:nvGrpSpPr>
        <p:cNvPr id="1" name=""/>
        <p:cNvGrpSpPr/>
        <p:nvPr/>
      </p:nvGrpSpPr>
      <p:grpSpPr>
        <a:xfrm xmlns:a="http://schemas.openxmlformats.org/drawingml/2006/main"/>
      </p:grpSpPr>
      <p:sp>
        <p:nvSpPr>
          <p:cNvPr id="2" name="toc-header Layout">
            <a:extLst xmlns:a="http://schemas.openxmlformats.org/drawingml/2006/main">
              <a:ext uri="{FF2B5EF4-FFF2-40B4-BE49-F238E27FC236}">
                <a16:creationId xmlns:a16="http://schemas.microsoft.com/office/drawing/2014/main" id="{903DF07C-4F16-4219-84E7-FB3EA172229A}"/>
              </a:ext>
            </a:extLst>
          </p:cNvPr>
          <p:cNvSpPr>
            <a:spLocks xmlns:a="http://schemas.openxmlformats.org/drawingml/2006/main" noGrp="1"/>
          </p:cNvSpPr>
          <p:nvPr/>
        </p:nvSpPr>
        <p:spPr>
          <a:xfrm xmlns:a="http://schemas.openxmlformats.org/drawingml/2006/main">
            <a:off x="0" y="0"/>
            <a:ext cx="12192000" cy="762000"/>
          </a:xfrm>
          <a:prstGeom xmlns:a="http://schemas.openxmlformats.org/drawingml/2006/main" prst="rect">
            <a:avLst/>
          </a:prstGeom>
          <a:gradFill xmlns:a="http://schemas.openxmlformats.org/drawingml/2006/main">
            <a:gsLst>
              <a:gs pos="0">
                <a:schemeClr val="accent1"/>
              </a:gs>
              <a:gs pos="100000">
                <a:schemeClr val="accent3"/>
              </a:gs>
            </a:gsLst>
            <a:lin ang="0" scaled="1"/>
          </a:gradFill>
          <a:ln xmlns:a="http://schemas.openxmlformats.org/drawingml/2006/main">
            <a:noFill/>
          </a:ln>
        </p:spPr>
      </p:sp>
      <p:sp>
        <p:nvSpPr>
          <p:cNvPr id="3" name="toc-logo Layout">
            <a:extLst xmlns:a="http://schemas.openxmlformats.org/drawingml/2006/main">
              <a:ext uri="{FF2B5EF4-FFF2-40B4-BE49-F238E27FC236}">
                <a16:creationId xmlns:a16="http://schemas.microsoft.com/office/drawing/2014/main" id="{5DC6E4B3-4E0A-4D5B-8F1E-25E006FC47E0}"/>
              </a:ext>
            </a:extLst>
          </p:cNvPr>
          <p:cNvSpPr>
            <a:spLocks xmlns:a="http://schemas.openxmlformats.org/drawingml/2006/main" noGrp="1"/>
          </p:cNvSpPr>
          <p:nvPr/>
        </p:nvSpPr>
        <p:spPr>
          <a:xfrm xmlns:a="http://schemas.openxmlformats.org/drawingml/2006/main">
            <a:off x="10319766" y="515302"/>
            <a:ext cx="1273066" cy="2053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FFFFFF"/>
                </a:solidFill>
                <a:latin typeface="Arial"/>
                <a:ea typeface="Arial"/>
                <a:cs typeface="Arial"/>
              </a:rPr>
              <a:t>METTLER TOLEDO</a:t>
            </a:r>
          </a:p>
        </p:txBody>
      </p:sp>
      <p:sp>
        <p:nvSpPr>
          <p:cNvPr id="4" name="toc-page-divider Layout">
            <a:extLst xmlns:a="http://schemas.openxmlformats.org/drawingml/2006/main">
              <a:ext uri="{FF2B5EF4-FFF2-40B4-BE49-F238E27FC236}">
                <a16:creationId xmlns:a16="http://schemas.microsoft.com/office/drawing/2014/main" id="{0B3ABA70-B6ED-4CC1-A998-396BD0887E36}"/>
              </a:ext>
            </a:extLst>
          </p:cNvPr>
          <p:cNvSpPr>
            <a:spLocks xmlns:a="http://schemas.openxmlformats.org/drawingml/2006/main" noGrp="1"/>
          </p:cNvSpPr>
          <p:nvPr/>
        </p:nvSpPr>
        <p:spPr>
          <a:xfrm xmlns:a="http://schemas.openxmlformats.org/drawingml/2006/main">
            <a:off x="11668125" y="466725"/>
            <a:ext cx="9525" cy="285750"/>
          </a:xfrm>
          <a:custGeom xmlns:a="http://schemas.openxmlformats.org/drawingml/2006/main">
            <a:rect l="l" t="t" r="r" b="b"/>
            <a:pathLst>
              <a:path w="9525" h="285750">
                <a:moveTo>
                  <a:pt x="0" y="0"/>
                </a:moveTo>
                <a:lnTo>
                  <a:pt x="0" y="285750"/>
                </a:lnTo>
              </a:path>
            </a:pathLst>
          </a:custGeom>
          <a:noFill xmlns:a="http://schemas.openxmlformats.org/drawingml/2006/main"/>
          <a:ln xmlns:a="http://schemas.openxmlformats.org/drawingml/2006/main" w="19050">
            <a:solidFill>
              <a:schemeClr val="accent2"/>
            </a:solidFill>
          </a:ln>
        </p:spPr>
      </p:sp>
      <p:sp>
        <p:nvSpPr>
          <p:cNvPr id="5" name="toc-rail Layout">
            <a:extLst xmlns:a="http://schemas.openxmlformats.org/drawingml/2006/main">
              <a:ext uri="{FF2B5EF4-FFF2-40B4-BE49-F238E27FC236}">
                <a16:creationId xmlns:a16="http://schemas.microsoft.com/office/drawing/2014/main" id="{991944A2-8696-4B2A-967C-F561A0F003D0}"/>
              </a:ext>
            </a:extLst>
          </p:cNvPr>
          <p:cNvSpPr>
            <a:spLocks xmlns:a="http://schemas.openxmlformats.org/drawingml/2006/main" noGrp="1"/>
          </p:cNvSpPr>
          <p:nvPr/>
        </p:nvSpPr>
        <p:spPr>
          <a:xfrm xmlns:a="http://schemas.openxmlformats.org/drawingml/2006/main">
            <a:off x="1123950" y="1504950"/>
            <a:ext cx="9525" cy="3924300"/>
          </a:xfrm>
          <a:custGeom xmlns:a="http://schemas.openxmlformats.org/drawingml/2006/main">
            <a:rect l="l" t="t" r="r" b="b"/>
            <a:pathLst>
              <a:path w="9525" h="3924300">
                <a:moveTo>
                  <a:pt x="0" y="0"/>
                </a:moveTo>
                <a:lnTo>
                  <a:pt x="0" y="3924300"/>
                </a:lnTo>
              </a:path>
            </a:pathLst>
          </a:custGeom>
          <a:noFill xmlns:a="http://schemas.openxmlformats.org/drawingml/2006/main"/>
          <a:ln xmlns:a="http://schemas.openxmlformats.org/drawingml/2006/main" w="19050">
            <a:solidFill>
              <a:srgbClr val="97CBFF"/>
            </a:solidFill>
          </a:ln>
        </p:spPr>
      </p:sp>
      <p:sp>
        <p:nvSpPr>
          <p:cNvPr id="6" name="toc-num-1-circle Layout">
            <a:extLst xmlns:a="http://schemas.openxmlformats.org/drawingml/2006/main">
              <a:ext uri="{FF2B5EF4-FFF2-40B4-BE49-F238E27FC236}">
                <a16:creationId xmlns:a16="http://schemas.microsoft.com/office/drawing/2014/main" id="{49F7CA47-5B20-40F3-99EE-0E43713C8B3A}"/>
              </a:ext>
            </a:extLst>
          </p:cNvPr>
          <p:cNvSpPr>
            <a:spLocks xmlns:a="http://schemas.openxmlformats.org/drawingml/2006/main" noGrp="1"/>
          </p:cNvSpPr>
          <p:nvPr/>
        </p:nvSpPr>
        <p:spPr>
          <a:xfrm xmlns:a="http://schemas.openxmlformats.org/drawingml/2006/main">
            <a:off x="904875" y="1590675"/>
            <a:ext cx="438150" cy="438150"/>
          </a:xfrm>
          <a:prstGeom xmlns:a="http://schemas.openxmlformats.org/drawingml/2006/main" prst="ellipse">
            <a:avLst/>
          </a:prstGeom>
          <a:solidFill xmlns:a="http://schemas.openxmlformats.org/drawingml/2006/main">
            <a:schemeClr val="accent2"/>
          </a:solidFill>
          <a:ln xmlns:a="http://schemas.openxmlformats.org/drawingml/2006/main">
            <a:noFill/>
          </a:ln>
        </p:spPr>
      </p:sp>
      <p:sp>
        <p:nvSpPr>
          <p:cNvPr id="7" name="toc-num-1 Layout">
            <a:extLst xmlns:a="http://schemas.openxmlformats.org/drawingml/2006/main">
              <a:ext uri="{FF2B5EF4-FFF2-40B4-BE49-F238E27FC236}">
                <a16:creationId xmlns:a16="http://schemas.microsoft.com/office/drawing/2014/main" id="{DF05FE1C-5278-43C5-AAF2-76DC20BFFA6C}"/>
              </a:ext>
            </a:extLst>
          </p:cNvPr>
          <p:cNvSpPr>
            <a:spLocks xmlns:a="http://schemas.openxmlformats.org/drawingml/2006/main" noGrp="1"/>
          </p:cNvSpPr>
          <p:nvPr/>
        </p:nvSpPr>
        <p:spPr>
          <a:xfrm xmlns:a="http://schemas.openxmlformats.org/drawingml/2006/main">
            <a:off x="991434" y="1713257"/>
            <a:ext cx="265031"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600" b="1">
                <a:solidFill>
                  <a:srgbClr val="FFFFFF"/>
                </a:solidFill>
                <a:latin typeface="Arial"/>
                <a:ea typeface="Arial"/>
                <a:cs typeface="Arial"/>
              </a:rPr>
              <a:t>01</a:t>
            </a:r>
          </a:p>
        </p:txBody>
      </p:sp>
      <p:sp>
        <p:nvSpPr>
          <p:cNvPr id="8" name="toc-num-2-circle Layout">
            <a:extLst xmlns:a="http://schemas.openxmlformats.org/drawingml/2006/main">
              <a:ext uri="{FF2B5EF4-FFF2-40B4-BE49-F238E27FC236}">
                <a16:creationId xmlns:a16="http://schemas.microsoft.com/office/drawing/2014/main" id="{15E74EEE-202B-4E2D-AD06-B6E9E7BA41C1}"/>
              </a:ext>
            </a:extLst>
          </p:cNvPr>
          <p:cNvSpPr>
            <a:spLocks xmlns:a="http://schemas.openxmlformats.org/drawingml/2006/main" noGrp="1"/>
          </p:cNvSpPr>
          <p:nvPr/>
        </p:nvSpPr>
        <p:spPr>
          <a:xfrm xmlns:a="http://schemas.openxmlformats.org/drawingml/2006/main">
            <a:off x="904875" y="2733675"/>
            <a:ext cx="438150" cy="438150"/>
          </a:xfrm>
          <a:prstGeom xmlns:a="http://schemas.openxmlformats.org/drawingml/2006/main" prst="ellipse">
            <a:avLst/>
          </a:prstGeom>
          <a:solidFill xmlns:a="http://schemas.openxmlformats.org/drawingml/2006/main">
            <a:schemeClr val="accent2"/>
          </a:solidFill>
          <a:ln xmlns:a="http://schemas.openxmlformats.org/drawingml/2006/main">
            <a:noFill/>
          </a:ln>
        </p:spPr>
      </p:sp>
      <p:sp>
        <p:nvSpPr>
          <p:cNvPr id="9" name="toc-num-2 Layout">
            <a:extLst xmlns:a="http://schemas.openxmlformats.org/drawingml/2006/main">
              <a:ext uri="{FF2B5EF4-FFF2-40B4-BE49-F238E27FC236}">
                <a16:creationId xmlns:a16="http://schemas.microsoft.com/office/drawing/2014/main" id="{9E2B9A0E-07DE-46F0-9600-DC99829E6410}"/>
              </a:ext>
            </a:extLst>
          </p:cNvPr>
          <p:cNvSpPr>
            <a:spLocks xmlns:a="http://schemas.openxmlformats.org/drawingml/2006/main" noGrp="1"/>
          </p:cNvSpPr>
          <p:nvPr/>
        </p:nvSpPr>
        <p:spPr>
          <a:xfrm xmlns:a="http://schemas.openxmlformats.org/drawingml/2006/main">
            <a:off x="991434" y="2856257"/>
            <a:ext cx="265031"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600" b="1">
                <a:solidFill>
                  <a:srgbClr val="FFFFFF"/>
                </a:solidFill>
                <a:latin typeface="Arial"/>
                <a:ea typeface="Arial"/>
                <a:cs typeface="Arial"/>
              </a:rPr>
              <a:t>02</a:t>
            </a:r>
          </a:p>
        </p:txBody>
      </p:sp>
      <p:sp>
        <p:nvSpPr>
          <p:cNvPr id="10" name="toc-num-3-circle Layout">
            <a:extLst xmlns:a="http://schemas.openxmlformats.org/drawingml/2006/main">
              <a:ext uri="{FF2B5EF4-FFF2-40B4-BE49-F238E27FC236}">
                <a16:creationId xmlns:a16="http://schemas.microsoft.com/office/drawing/2014/main" id="{ED28221B-C16C-4A08-984C-DDAD46D6FAEA}"/>
              </a:ext>
            </a:extLst>
          </p:cNvPr>
          <p:cNvSpPr>
            <a:spLocks xmlns:a="http://schemas.openxmlformats.org/drawingml/2006/main" noGrp="1"/>
          </p:cNvSpPr>
          <p:nvPr/>
        </p:nvSpPr>
        <p:spPr>
          <a:xfrm xmlns:a="http://schemas.openxmlformats.org/drawingml/2006/main">
            <a:off x="904875" y="3876675"/>
            <a:ext cx="438150" cy="438150"/>
          </a:xfrm>
          <a:prstGeom xmlns:a="http://schemas.openxmlformats.org/drawingml/2006/main" prst="ellipse">
            <a:avLst/>
          </a:prstGeom>
          <a:solidFill xmlns:a="http://schemas.openxmlformats.org/drawingml/2006/main">
            <a:schemeClr val="accent2"/>
          </a:solidFill>
          <a:ln xmlns:a="http://schemas.openxmlformats.org/drawingml/2006/main">
            <a:noFill/>
          </a:ln>
        </p:spPr>
      </p:sp>
      <p:sp>
        <p:nvSpPr>
          <p:cNvPr id="11" name="toc-num-3 Layout">
            <a:extLst xmlns:a="http://schemas.openxmlformats.org/drawingml/2006/main">
              <a:ext uri="{FF2B5EF4-FFF2-40B4-BE49-F238E27FC236}">
                <a16:creationId xmlns:a16="http://schemas.microsoft.com/office/drawing/2014/main" id="{477F63EB-2AF3-4502-B5BF-EE30AB9B4A96}"/>
              </a:ext>
            </a:extLst>
          </p:cNvPr>
          <p:cNvSpPr>
            <a:spLocks xmlns:a="http://schemas.openxmlformats.org/drawingml/2006/main" noGrp="1"/>
          </p:cNvSpPr>
          <p:nvPr/>
        </p:nvSpPr>
        <p:spPr>
          <a:xfrm xmlns:a="http://schemas.openxmlformats.org/drawingml/2006/main">
            <a:off x="991434" y="3999257"/>
            <a:ext cx="265031"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600" b="1">
                <a:solidFill>
                  <a:srgbClr val="FFFFFF"/>
                </a:solidFill>
                <a:latin typeface="Arial"/>
                <a:ea typeface="Arial"/>
                <a:cs typeface="Arial"/>
              </a:rPr>
              <a:t>03</a:t>
            </a:r>
          </a:p>
        </p:txBody>
      </p:sp>
      <p:sp>
        <p:nvSpPr>
          <p:cNvPr id="12" name="toc-num-4-circle Layout">
            <a:extLst xmlns:a="http://schemas.openxmlformats.org/drawingml/2006/main">
              <a:ext uri="{FF2B5EF4-FFF2-40B4-BE49-F238E27FC236}">
                <a16:creationId xmlns:a16="http://schemas.microsoft.com/office/drawing/2014/main" id="{A9F2F58F-CE94-4740-B714-8DB7878001AD}"/>
              </a:ext>
            </a:extLst>
          </p:cNvPr>
          <p:cNvSpPr>
            <a:spLocks xmlns:a="http://schemas.openxmlformats.org/drawingml/2006/main" noGrp="1"/>
          </p:cNvSpPr>
          <p:nvPr/>
        </p:nvSpPr>
        <p:spPr>
          <a:xfrm xmlns:a="http://schemas.openxmlformats.org/drawingml/2006/main">
            <a:off x="904875" y="5019675"/>
            <a:ext cx="438150" cy="438150"/>
          </a:xfrm>
          <a:prstGeom xmlns:a="http://schemas.openxmlformats.org/drawingml/2006/main" prst="ellipse">
            <a:avLst/>
          </a:prstGeom>
          <a:solidFill xmlns:a="http://schemas.openxmlformats.org/drawingml/2006/main">
            <a:schemeClr val="accent2"/>
          </a:solidFill>
          <a:ln xmlns:a="http://schemas.openxmlformats.org/drawingml/2006/main">
            <a:noFill/>
          </a:ln>
        </p:spPr>
      </p:sp>
      <p:sp>
        <p:nvSpPr>
          <p:cNvPr id="13" name="toc-num-4 Layout">
            <a:extLst xmlns:a="http://schemas.openxmlformats.org/drawingml/2006/main">
              <a:ext uri="{FF2B5EF4-FFF2-40B4-BE49-F238E27FC236}">
                <a16:creationId xmlns:a16="http://schemas.microsoft.com/office/drawing/2014/main" id="{B6E0CA55-0834-4464-86B6-3FF9F0B8D941}"/>
              </a:ext>
            </a:extLst>
          </p:cNvPr>
          <p:cNvSpPr>
            <a:spLocks xmlns:a="http://schemas.openxmlformats.org/drawingml/2006/main" noGrp="1"/>
          </p:cNvSpPr>
          <p:nvPr/>
        </p:nvSpPr>
        <p:spPr>
          <a:xfrm xmlns:a="http://schemas.openxmlformats.org/drawingml/2006/main">
            <a:off x="991434" y="5142257"/>
            <a:ext cx="265031"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600" b="1">
                <a:solidFill>
                  <a:srgbClr val="FFFFFF"/>
                </a:solidFill>
                <a:latin typeface="Arial"/>
                <a:ea typeface="Arial"/>
                <a:cs typeface="Arial"/>
              </a:rPr>
              <a:t>04</a:t>
            </a:r>
          </a:p>
        </p:txBody>
      </p:sp>
      <p:sp>
        <p:nvSpPr>
          <p:cNvPr id="14" name="toc-footer Layout">
            <a:extLst xmlns:a="http://schemas.openxmlformats.org/drawingml/2006/main">
              <a:ext uri="{FF2B5EF4-FFF2-40B4-BE49-F238E27FC236}">
                <a16:creationId xmlns:a16="http://schemas.microsoft.com/office/drawing/2014/main" id="{B0225399-6D5A-4B4B-993B-BB89D33A024B}"/>
              </a:ext>
            </a:extLst>
          </p:cNvPr>
          <p:cNvSpPr>
            <a:spLocks xmlns:a="http://schemas.openxmlformats.org/drawingml/2006/main" noGrp="1"/>
          </p:cNvSpPr>
          <p:nvPr/>
        </p:nvSpPr>
        <p:spPr>
          <a:xfrm xmlns:a="http://schemas.openxmlformats.org/drawingml/2006/main">
            <a:off x="10072047" y="6695413"/>
            <a:ext cx="1610366" cy="15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00">
                <a:solidFill>
                  <a:srgbClr val="7A7A7A"/>
                </a:solidFill>
                <a:latin typeface="Arial"/>
                <a:ea typeface="Arial"/>
                <a:cs typeface="Arial"/>
              </a:rPr>
              <a:t>For internal use - Confidential</a:t>
            </a:r>
          </a:p>
        </p:txBody>
      </p:sp>
      <p:sp>
        <p:nvSpPr>
          <p:cNvPr id="15" name="toc-title-slot Placeholder">
            <a:extLst xmlns:a="http://schemas.openxmlformats.org/drawingml/2006/main">
              <a:ext uri="{FF2B5EF4-FFF2-40B4-BE49-F238E27FC236}">
                <a16:creationId xmlns:a16="http://schemas.microsoft.com/office/drawing/2014/main" id="{C951A645-9B16-4258-935C-8C9735BE6804}"/>
              </a:ext>
            </a:extLst>
          </p:cNvPr>
          <p:cNvSpPr>
            <a:spLocks xmlns:a="http://schemas.openxmlformats.org/drawingml/2006/main" noGrp="1"/>
          </p:cNvSpPr>
          <p:nvPr>
            <p:ph type="title" idx="0"/>
          </p:nvPr>
        </p:nvSpPr>
        <p:spPr>
          <a:xfrm xmlns:a="http://schemas.openxmlformats.org/drawingml/2006/main">
            <a:off x="523875" y="190500"/>
            <a:ext cx="90487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2400"/>
            </a:lvl1pPr>
          </a:lstStyle>
          <a:p xmlns:a="http://schemas.openxmlformats.org/drawingml/2006/main">
            <a:pPr algn="l">
              <a:buNone/>
            </a:pPr>
            <a:r>
              <a:rPr sz="2400" b="1">
                <a:solidFill>
                  <a:srgbClr val="FFFFFF"/>
                </a:solidFill>
                <a:latin typeface="+mj-lt"/>
                <a:ea typeface="+mj-lt"/>
                <a:cs typeface="+mj-lt"/>
              </a:rPr>
              <a:t>Click to add title</a:t>
            </a:r>
          </a:p>
        </p:txBody>
      </p:sp>
      <p:sp>
        <p:nvSpPr>
          <p:cNvPr id="16" name="toc-item-1-slot Placeholder">
            <a:extLst xmlns:a="http://schemas.openxmlformats.org/drawingml/2006/main">
              <a:ext uri="{FF2B5EF4-FFF2-40B4-BE49-F238E27FC236}">
                <a16:creationId xmlns:a16="http://schemas.microsoft.com/office/drawing/2014/main" id="{C3E06D3B-17C3-45EF-8DC3-E8CB1EF8E030}"/>
              </a:ext>
            </a:extLst>
          </p:cNvPr>
          <p:cNvSpPr>
            <a:spLocks xmlns:a="http://schemas.openxmlformats.org/drawingml/2006/main" noGrp="1"/>
          </p:cNvSpPr>
          <p:nvPr>
            <p:ph type="body" idx="1"/>
          </p:nvPr>
        </p:nvSpPr>
        <p:spPr>
          <a:xfrm xmlns:a="http://schemas.openxmlformats.org/drawingml/2006/main">
            <a:off x="1619250" y="1504950"/>
            <a:ext cx="8572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a:solidFill>
                  <a:schemeClr val="accent1"/>
                </a:solidFill>
                <a:latin typeface="+mn-lt"/>
                <a:ea typeface="+mn-lt"/>
                <a:cs typeface="+mn-lt"/>
              </a:rPr>
              <a:t>Click to add text</a:t>
            </a:r>
          </a:p>
        </p:txBody>
      </p:sp>
      <p:sp>
        <p:nvSpPr>
          <p:cNvPr id="17" name="toc-item-2-slot Placeholder">
            <a:extLst xmlns:a="http://schemas.openxmlformats.org/drawingml/2006/main">
              <a:ext uri="{FF2B5EF4-FFF2-40B4-BE49-F238E27FC236}">
                <a16:creationId xmlns:a16="http://schemas.microsoft.com/office/drawing/2014/main" id="{24E4082C-2D56-48AE-B273-485978F98DE1}"/>
              </a:ext>
            </a:extLst>
          </p:cNvPr>
          <p:cNvSpPr>
            <a:spLocks xmlns:a="http://schemas.openxmlformats.org/drawingml/2006/main" noGrp="1"/>
          </p:cNvSpPr>
          <p:nvPr>
            <p:ph type="body" idx="2"/>
          </p:nvPr>
        </p:nvSpPr>
        <p:spPr>
          <a:xfrm xmlns:a="http://schemas.openxmlformats.org/drawingml/2006/main">
            <a:off x="1619250" y="2647950"/>
            <a:ext cx="8572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a:solidFill>
                  <a:schemeClr val="accent1"/>
                </a:solidFill>
                <a:latin typeface="+mn-lt"/>
                <a:ea typeface="+mn-lt"/>
                <a:cs typeface="+mn-lt"/>
              </a:rPr>
              <a:t>Click to add text</a:t>
            </a:r>
          </a:p>
        </p:txBody>
      </p:sp>
      <p:sp>
        <p:nvSpPr>
          <p:cNvPr id="18" name="toc-item-3-slot Placeholder">
            <a:extLst xmlns:a="http://schemas.openxmlformats.org/drawingml/2006/main">
              <a:ext uri="{FF2B5EF4-FFF2-40B4-BE49-F238E27FC236}">
                <a16:creationId xmlns:a16="http://schemas.microsoft.com/office/drawing/2014/main" id="{F446BE93-5F4F-423C-853D-CD23E53654DD}"/>
              </a:ext>
            </a:extLst>
          </p:cNvPr>
          <p:cNvSpPr>
            <a:spLocks xmlns:a="http://schemas.openxmlformats.org/drawingml/2006/main" noGrp="1"/>
          </p:cNvSpPr>
          <p:nvPr>
            <p:ph type="body" idx="3"/>
          </p:nvPr>
        </p:nvSpPr>
        <p:spPr>
          <a:xfrm xmlns:a="http://schemas.openxmlformats.org/drawingml/2006/main">
            <a:off x="1619250" y="3790950"/>
            <a:ext cx="8572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a:solidFill>
                  <a:schemeClr val="accent1"/>
                </a:solidFill>
                <a:latin typeface="+mn-lt"/>
                <a:ea typeface="+mn-lt"/>
                <a:cs typeface="+mn-lt"/>
              </a:rPr>
              <a:t>Click to add text</a:t>
            </a:r>
          </a:p>
        </p:txBody>
      </p:sp>
      <p:sp>
        <p:nvSpPr>
          <p:cNvPr id="19" name="toc-item-4-slot Placeholder">
            <a:extLst xmlns:a="http://schemas.openxmlformats.org/drawingml/2006/main">
              <a:ext uri="{FF2B5EF4-FFF2-40B4-BE49-F238E27FC236}">
                <a16:creationId xmlns:a16="http://schemas.microsoft.com/office/drawing/2014/main" id="{0A60664F-8877-44EA-B8A8-B6B5BA6BCD42}"/>
              </a:ext>
            </a:extLst>
          </p:cNvPr>
          <p:cNvSpPr>
            <a:spLocks xmlns:a="http://schemas.openxmlformats.org/drawingml/2006/main" noGrp="1"/>
          </p:cNvSpPr>
          <p:nvPr>
            <p:ph type="body" idx="4"/>
          </p:nvPr>
        </p:nvSpPr>
        <p:spPr>
          <a:xfrm xmlns:a="http://schemas.openxmlformats.org/drawingml/2006/main">
            <a:off x="1619250" y="4933950"/>
            <a:ext cx="8572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a:solidFill>
                  <a:schemeClr val="accent1"/>
                </a:solidFill>
                <a:latin typeface="+mn-lt"/>
                <a:ea typeface="+mn-lt"/>
                <a:cs typeface="+mn-lt"/>
              </a:rPr>
              <a:t>Click to add text</a:t>
            </a:r>
          </a:p>
        </p:txBody>
      </p:sp>
      <p:sp>
        <p:nvSpPr>
          <p:cNvPr id="20" name="toc-page-num-slot Placeholder">
            <a:extLst xmlns:a="http://schemas.openxmlformats.org/drawingml/2006/main">
              <a:ext uri="{FF2B5EF4-FFF2-40B4-BE49-F238E27FC236}">
                <a16:creationId xmlns:a16="http://schemas.microsoft.com/office/drawing/2014/main" id="{1EAE877C-9468-4EC6-A04B-7CD0166F6EDD}"/>
              </a:ext>
            </a:extLst>
          </p:cNvPr>
          <p:cNvSpPr>
            <a:spLocks xmlns:a="http://schemas.openxmlformats.org/drawingml/2006/main" noGrp="1"/>
          </p:cNvSpPr>
          <p:nvPr>
            <p:ph type="sldNum" idx="9"/>
          </p:nvPr>
        </p:nvSpPr>
        <p:spPr>
          <a:xfrm xmlns:a="http://schemas.openxmlformats.org/drawingml/2006/main">
            <a:off x="11715750" y="323850"/>
            <a:ext cx="4286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1400"/>
            </a:lvl1pPr>
          </a:lstStyle>
          <a:p xmlns:a="http://schemas.openxmlformats.org/drawingml/2006/main">
            <a:pPr algn="l">
              <a:buNone/>
            </a:pPr>
            <a:fld id="{C415FC46-C1E1-4440-9ED5-642BE76C8E03}" type="slidenum">
              <a:rPr sz="1400">
                <a:solidFill>
                  <a:srgbClr val="FFFFFF"/>
                </a:solidFill>
                <a:latin typeface="+mn-lt"/>
                <a:ea typeface="+mn-lt"/>
                <a:cs typeface="+mn-lt"/>
              </a:rPr>
              <a:t>‹#›</a:t>
            </a:fld>
          </a:p>
        </p:txBody>
      </p:sp>
    </p:spTree>
  </p:cSld>
  <p:hf sldNum="1" hdr="0" ftr="0" dt="0"/>
</p:sldLayout>
</file>

<file path=ppt/slideLayouts/slideLayout28.xml><?xml version="1.0" encoding="utf-8"?>
<p:sldLayout xmlns:p="http://schemas.openxmlformats.org/presentationml/2006/main" showMasterSp="1" preserve="1">
  <p:cSld name="MT 正文 - 数据">
    <p:spTree>
      <p:nvGrpSpPr>
        <p:cNvPr id="1" name=""/>
        <p:cNvGrpSpPr/>
        <p:nvPr/>
      </p:nvGrpSpPr>
      <p:grpSpPr>
        <a:xfrm xmlns:a="http://schemas.openxmlformats.org/drawingml/2006/main"/>
      </p:grpSpPr>
      <p:sp>
        <p:nvSpPr>
          <p:cNvPr id="2" name="chart-table-header Layout">
            <a:extLst xmlns:a="http://schemas.openxmlformats.org/drawingml/2006/main">
              <a:ext uri="{FF2B5EF4-FFF2-40B4-BE49-F238E27FC236}">
                <a16:creationId xmlns:a16="http://schemas.microsoft.com/office/drawing/2014/main" id="{283C6089-7035-4603-B938-BB1400866D47}"/>
              </a:ext>
            </a:extLst>
          </p:cNvPr>
          <p:cNvSpPr>
            <a:spLocks xmlns:a="http://schemas.openxmlformats.org/drawingml/2006/main" noGrp="1"/>
          </p:cNvSpPr>
          <p:nvPr/>
        </p:nvSpPr>
        <p:spPr>
          <a:xfrm xmlns:a="http://schemas.openxmlformats.org/drawingml/2006/main">
            <a:off x="0" y="0"/>
            <a:ext cx="12192000" cy="762000"/>
          </a:xfrm>
          <a:prstGeom xmlns:a="http://schemas.openxmlformats.org/drawingml/2006/main" prst="rect">
            <a:avLst/>
          </a:prstGeom>
          <a:gradFill xmlns:a="http://schemas.openxmlformats.org/drawingml/2006/main">
            <a:gsLst>
              <a:gs pos="0">
                <a:schemeClr val="accent1"/>
              </a:gs>
              <a:gs pos="100000">
                <a:schemeClr val="accent3"/>
              </a:gs>
            </a:gsLst>
            <a:lin ang="0" scaled="1"/>
          </a:gradFill>
          <a:ln xmlns:a="http://schemas.openxmlformats.org/drawingml/2006/main">
            <a:noFill/>
          </a:ln>
        </p:spPr>
      </p:sp>
      <p:sp>
        <p:nvSpPr>
          <p:cNvPr id="3" name="chart-table-logo Layout">
            <a:extLst xmlns:a="http://schemas.openxmlformats.org/drawingml/2006/main">
              <a:ext uri="{FF2B5EF4-FFF2-40B4-BE49-F238E27FC236}">
                <a16:creationId xmlns:a16="http://schemas.microsoft.com/office/drawing/2014/main" id="{729E87BE-3F9E-4EBD-A920-7F5C0EEAA963}"/>
              </a:ext>
            </a:extLst>
          </p:cNvPr>
          <p:cNvSpPr>
            <a:spLocks xmlns:a="http://schemas.openxmlformats.org/drawingml/2006/main" noGrp="1"/>
          </p:cNvSpPr>
          <p:nvPr/>
        </p:nvSpPr>
        <p:spPr>
          <a:xfrm xmlns:a="http://schemas.openxmlformats.org/drawingml/2006/main">
            <a:off x="10319766" y="515302"/>
            <a:ext cx="1273066" cy="2053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FFFFFF"/>
                </a:solidFill>
                <a:latin typeface="Arial"/>
                <a:ea typeface="Arial"/>
                <a:cs typeface="Arial"/>
              </a:rPr>
              <a:t>METTLER TOLEDO</a:t>
            </a:r>
          </a:p>
        </p:txBody>
      </p:sp>
      <p:sp>
        <p:nvSpPr>
          <p:cNvPr id="4" name="chart-table-page-divider Layout">
            <a:extLst xmlns:a="http://schemas.openxmlformats.org/drawingml/2006/main">
              <a:ext uri="{FF2B5EF4-FFF2-40B4-BE49-F238E27FC236}">
                <a16:creationId xmlns:a16="http://schemas.microsoft.com/office/drawing/2014/main" id="{524B47E7-1605-43E4-BE9A-2787DB6A38D9}"/>
              </a:ext>
            </a:extLst>
          </p:cNvPr>
          <p:cNvSpPr>
            <a:spLocks xmlns:a="http://schemas.openxmlformats.org/drawingml/2006/main" noGrp="1"/>
          </p:cNvSpPr>
          <p:nvPr/>
        </p:nvSpPr>
        <p:spPr>
          <a:xfrm xmlns:a="http://schemas.openxmlformats.org/drawingml/2006/main">
            <a:off x="11668125" y="466725"/>
            <a:ext cx="9525" cy="285750"/>
          </a:xfrm>
          <a:custGeom xmlns:a="http://schemas.openxmlformats.org/drawingml/2006/main">
            <a:rect l="l" t="t" r="r" b="b"/>
            <a:pathLst>
              <a:path w="9525" h="285750">
                <a:moveTo>
                  <a:pt x="0" y="0"/>
                </a:moveTo>
                <a:lnTo>
                  <a:pt x="0" y="285750"/>
                </a:lnTo>
              </a:path>
            </a:pathLst>
          </a:custGeom>
          <a:noFill xmlns:a="http://schemas.openxmlformats.org/drawingml/2006/main"/>
          <a:ln xmlns:a="http://schemas.openxmlformats.org/drawingml/2006/main" w="19050">
            <a:solidFill>
              <a:schemeClr val="accent2"/>
            </a:solidFill>
          </a:ln>
        </p:spPr>
      </p:sp>
      <p:sp>
        <p:nvSpPr>
          <p:cNvPr id="5" name="chart-table-visual-frame Layout">
            <a:extLst xmlns:a="http://schemas.openxmlformats.org/drawingml/2006/main">
              <a:ext uri="{FF2B5EF4-FFF2-40B4-BE49-F238E27FC236}">
                <a16:creationId xmlns:a16="http://schemas.microsoft.com/office/drawing/2014/main" id="{EB7A79F4-A8CD-441F-B301-51862D72FCD1}"/>
              </a:ext>
            </a:extLst>
          </p:cNvPr>
          <p:cNvSpPr>
            <a:spLocks xmlns:a="http://schemas.openxmlformats.org/drawingml/2006/main" noGrp="1"/>
          </p:cNvSpPr>
          <p:nvPr/>
        </p:nvSpPr>
        <p:spPr>
          <a:xfrm xmlns:a="http://schemas.openxmlformats.org/drawingml/2006/main">
            <a:off x="523875" y="1571625"/>
            <a:ext cx="11144250" cy="3048000"/>
          </a:xfrm>
          <a:prstGeom xmlns:a="http://schemas.openxmlformats.org/drawingml/2006/main" prst="rect">
            <a:avLst/>
          </a:prstGeom>
          <a:solidFill xmlns:a="http://schemas.openxmlformats.org/drawingml/2006/main">
            <a:schemeClr val="accent5"/>
          </a:solidFill>
          <a:ln xmlns:a="http://schemas.openxmlformats.org/drawingml/2006/main" w="19050">
            <a:solidFill>
              <a:srgbClr val="97CBFF"/>
            </a:solidFill>
          </a:ln>
        </p:spPr>
      </p:sp>
      <p:sp>
        <p:nvSpPr>
          <p:cNvPr id="6" name="chart-table-detail-frame Layout">
            <a:extLst xmlns:a="http://schemas.openxmlformats.org/drawingml/2006/main">
              <a:ext uri="{FF2B5EF4-FFF2-40B4-BE49-F238E27FC236}">
                <a16:creationId xmlns:a16="http://schemas.microsoft.com/office/drawing/2014/main" id="{F0F60C76-EF67-4BA4-BA88-70BF28198384}"/>
              </a:ext>
            </a:extLst>
          </p:cNvPr>
          <p:cNvSpPr>
            <a:spLocks xmlns:a="http://schemas.openxmlformats.org/drawingml/2006/main" noGrp="1"/>
          </p:cNvSpPr>
          <p:nvPr/>
        </p:nvSpPr>
        <p:spPr>
          <a:xfrm xmlns:a="http://schemas.openxmlformats.org/drawingml/2006/main">
            <a:off x="523875" y="4857750"/>
            <a:ext cx="11144250" cy="1238250"/>
          </a:xfrm>
          <a:prstGeom xmlns:a="http://schemas.openxmlformats.org/drawingml/2006/main" prst="rect">
            <a:avLst/>
          </a:prstGeom>
          <a:solidFill xmlns:a="http://schemas.openxmlformats.org/drawingml/2006/main">
            <a:schemeClr val="lt1"/>
          </a:solidFill>
          <a:ln xmlns:a="http://schemas.openxmlformats.org/drawingml/2006/main" w="19050">
            <a:solidFill>
              <a:srgbClr val="97CBFF"/>
            </a:solidFill>
          </a:ln>
        </p:spPr>
      </p:sp>
      <p:sp>
        <p:nvSpPr>
          <p:cNvPr id="7" name="chart-table-footer Layout">
            <a:extLst xmlns:a="http://schemas.openxmlformats.org/drawingml/2006/main">
              <a:ext uri="{FF2B5EF4-FFF2-40B4-BE49-F238E27FC236}">
                <a16:creationId xmlns:a16="http://schemas.microsoft.com/office/drawing/2014/main" id="{5C2C7E99-34C4-4954-BA31-59D08A9CA6FA}"/>
              </a:ext>
            </a:extLst>
          </p:cNvPr>
          <p:cNvSpPr>
            <a:spLocks xmlns:a="http://schemas.openxmlformats.org/drawingml/2006/main" noGrp="1"/>
          </p:cNvSpPr>
          <p:nvPr/>
        </p:nvSpPr>
        <p:spPr>
          <a:xfrm xmlns:a="http://schemas.openxmlformats.org/drawingml/2006/main">
            <a:off x="10072047" y="6695413"/>
            <a:ext cx="1610366" cy="15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00">
                <a:solidFill>
                  <a:srgbClr val="7A7A7A"/>
                </a:solidFill>
                <a:latin typeface="Arial"/>
                <a:ea typeface="Arial"/>
                <a:cs typeface="Arial"/>
              </a:rPr>
              <a:t>For internal use - Confidential</a:t>
            </a:r>
          </a:p>
        </p:txBody>
      </p:sp>
      <p:sp>
        <p:nvSpPr>
          <p:cNvPr id="8" name="chart-table-title-slot Placeholder">
            <a:extLst xmlns:a="http://schemas.openxmlformats.org/drawingml/2006/main">
              <a:ext uri="{FF2B5EF4-FFF2-40B4-BE49-F238E27FC236}">
                <a16:creationId xmlns:a16="http://schemas.microsoft.com/office/drawing/2014/main" id="{9ADFA2D8-95FB-4317-A41B-4F038A7ADB3F}"/>
              </a:ext>
            </a:extLst>
          </p:cNvPr>
          <p:cNvSpPr>
            <a:spLocks xmlns:a="http://schemas.openxmlformats.org/drawingml/2006/main" noGrp="1"/>
          </p:cNvSpPr>
          <p:nvPr>
            <p:ph type="title" idx="0"/>
          </p:nvPr>
        </p:nvSpPr>
        <p:spPr>
          <a:xfrm xmlns:a="http://schemas.openxmlformats.org/drawingml/2006/main">
            <a:off x="523875" y="190500"/>
            <a:ext cx="90487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2400"/>
            </a:lvl1pPr>
          </a:lstStyle>
          <a:p xmlns:a="http://schemas.openxmlformats.org/drawingml/2006/main">
            <a:pPr algn="l">
              <a:buNone/>
            </a:pPr>
            <a:r>
              <a:rPr sz="2400" b="1">
                <a:solidFill>
                  <a:srgbClr val="FFFFFF"/>
                </a:solidFill>
                <a:latin typeface="+mj-lt"/>
                <a:ea typeface="+mj-lt"/>
                <a:cs typeface="+mj-lt"/>
              </a:rPr>
              <a:t>​</a:t>
            </a:r>
          </a:p>
        </p:txBody>
      </p:sp>
      <p:sp>
        <p:nvSpPr>
          <p:cNvPr id="9" name="chart-table-key-slot Placeholder">
            <a:extLst xmlns:a="http://schemas.openxmlformats.org/drawingml/2006/main">
              <a:ext uri="{FF2B5EF4-FFF2-40B4-BE49-F238E27FC236}">
                <a16:creationId xmlns:a16="http://schemas.microsoft.com/office/drawing/2014/main" id="{0F2BE78D-454E-4B87-9F63-F2C65C99BC46}"/>
              </a:ext>
            </a:extLst>
          </p:cNvPr>
          <p:cNvSpPr>
            <a:spLocks xmlns:a="http://schemas.openxmlformats.org/drawingml/2006/main" noGrp="1"/>
          </p:cNvSpPr>
          <p:nvPr>
            <p:ph type="subTitle" idx="1"/>
          </p:nvPr>
        </p:nvSpPr>
        <p:spPr>
          <a:xfrm xmlns:a="http://schemas.openxmlformats.org/drawingml/2006/main">
            <a:off x="523875" y="962025"/>
            <a:ext cx="11144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b="1">
                <a:solidFill>
                  <a:schemeClr val="accent2"/>
                </a:solidFill>
                <a:latin typeface="+mn-lt"/>
                <a:ea typeface="+mn-lt"/>
                <a:cs typeface="+mn-lt"/>
              </a:rPr>
              <a:t>​</a:t>
            </a:r>
          </a:p>
        </p:txBody>
      </p:sp>
      <p:sp>
        <p:nvSpPr>
          <p:cNvPr id="10" name="chart-table-visual-slot Placeholder">
            <a:extLst xmlns:a="http://schemas.openxmlformats.org/drawingml/2006/main">
              <a:ext uri="{FF2B5EF4-FFF2-40B4-BE49-F238E27FC236}">
                <a16:creationId xmlns:a16="http://schemas.microsoft.com/office/drawing/2014/main" id="{21B225AC-513D-479C-A6F2-ABE95E23C455}"/>
              </a:ext>
            </a:extLst>
          </p:cNvPr>
          <p:cNvSpPr>
            <a:spLocks xmlns:a="http://schemas.openxmlformats.org/drawingml/2006/main" noGrp="1"/>
          </p:cNvSpPr>
          <p:nvPr>
            <p:ph type="body" idx="2"/>
          </p:nvPr>
        </p:nvSpPr>
        <p:spPr>
          <a:xfrm xmlns:a="http://schemas.openxmlformats.org/drawingml/2006/main">
            <a:off x="714375" y="1762125"/>
            <a:ext cx="10763250" cy="266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600"/>
            </a:lvl1pPr>
          </a:lstStyle>
          <a:p xmlns:a="http://schemas.openxmlformats.org/drawingml/2006/main">
            <a:pPr marL="0" indent="0" algn="ctr">
              <a:buNone/>
            </a:pPr>
            <a:r>
              <a:rPr sz="1600">
                <a:solidFill>
                  <a:schemeClr val="accent1"/>
                </a:solidFill>
                <a:latin typeface="+mn-lt"/>
                <a:ea typeface="+mn-lt"/>
                <a:cs typeface="+mn-lt"/>
              </a:rPr>
              <a:t>​</a:t>
            </a:r>
          </a:p>
        </p:txBody>
      </p:sp>
      <p:sp>
        <p:nvSpPr>
          <p:cNvPr id="11" name="chart-table-detail-slot Placeholder">
            <a:extLst xmlns:a="http://schemas.openxmlformats.org/drawingml/2006/main">
              <a:ext uri="{FF2B5EF4-FFF2-40B4-BE49-F238E27FC236}">
                <a16:creationId xmlns:a16="http://schemas.microsoft.com/office/drawing/2014/main" id="{616E0A19-07C1-413D-92D7-6B77AF781493}"/>
              </a:ext>
            </a:extLst>
          </p:cNvPr>
          <p:cNvSpPr>
            <a:spLocks xmlns:a="http://schemas.openxmlformats.org/drawingml/2006/main" noGrp="1"/>
          </p:cNvSpPr>
          <p:nvPr>
            <p:ph type="body" idx="3"/>
          </p:nvPr>
        </p:nvSpPr>
        <p:spPr>
          <a:xfrm xmlns:a="http://schemas.openxmlformats.org/drawingml/2006/main">
            <a:off x="714375" y="5048250"/>
            <a:ext cx="107632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400"/>
            </a:lvl1pPr>
          </a:lstStyle>
          <a:p xmlns:a="http://schemas.openxmlformats.org/drawingml/2006/main">
            <a:pPr marL="0" indent="0" algn="ctr">
              <a:buNone/>
            </a:pPr>
            <a:r>
              <a:rPr sz="1400">
                <a:solidFill>
                  <a:schemeClr val="dk1"/>
                </a:solidFill>
                <a:latin typeface="+mn-lt"/>
                <a:ea typeface="+mn-lt"/>
                <a:cs typeface="+mn-lt"/>
              </a:rPr>
              <a:t>​</a:t>
            </a:r>
          </a:p>
        </p:txBody>
      </p:sp>
      <p:sp>
        <p:nvSpPr>
          <p:cNvPr id="12" name="chart-table-page-num-slot Placeholder">
            <a:extLst xmlns:a="http://schemas.openxmlformats.org/drawingml/2006/main">
              <a:ext uri="{FF2B5EF4-FFF2-40B4-BE49-F238E27FC236}">
                <a16:creationId xmlns:a16="http://schemas.microsoft.com/office/drawing/2014/main" id="{B1132E95-A626-4A36-820C-245590BD0F65}"/>
              </a:ext>
            </a:extLst>
          </p:cNvPr>
          <p:cNvSpPr>
            <a:spLocks xmlns:a="http://schemas.openxmlformats.org/drawingml/2006/main" noGrp="1"/>
          </p:cNvSpPr>
          <p:nvPr>
            <p:ph type="sldNum" idx="9"/>
          </p:nvPr>
        </p:nvSpPr>
        <p:spPr>
          <a:xfrm xmlns:a="http://schemas.openxmlformats.org/drawingml/2006/main">
            <a:off x="11715750" y="323850"/>
            <a:ext cx="4286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1400"/>
            </a:lvl1pPr>
          </a:lstStyle>
          <a:p xmlns:a="http://schemas.openxmlformats.org/drawingml/2006/main">
            <a:pPr algn="l">
              <a:buNone/>
            </a:pPr>
            <a:fld id="{ECCB7251-61FE-4E44-9C38-BFBB7EB0FEB6}" type="slidenum">
              <a:rPr sz="1400">
                <a:solidFill>
                  <a:srgbClr val="FFFFFF"/>
                </a:solidFill>
                <a:latin typeface="+mn-lt"/>
                <a:ea typeface="+mn-lt"/>
                <a:cs typeface="+mn-lt"/>
              </a:rPr>
              <a:t>‹#›</a:t>
            </a:fld>
          </a:p>
        </p:txBody>
      </p:sp>
    </p:spTree>
  </p:cSld>
  <p:hf sldNum="1" hdr="0" ftr="0" dt="0"/>
</p:sldLayout>
</file>

<file path=ppt/slideLayouts/slideLayout29.xml><?xml version="1.0" encoding="utf-8"?>
<p:sldLayout xmlns:p="http://schemas.openxmlformats.org/presentationml/2006/main" showMasterSp="1" preserve="1">
  <p:cSld name="MT 正文 - 双栏">
    <p:spTree>
      <p:nvGrpSpPr>
        <p:cNvPr id="1" name=""/>
        <p:cNvGrpSpPr/>
        <p:nvPr/>
      </p:nvGrpSpPr>
      <p:grpSpPr>
        <a:xfrm xmlns:a="http://schemas.openxmlformats.org/drawingml/2006/main"/>
      </p:grpSpPr>
      <p:sp>
        <p:nvSpPr>
          <p:cNvPr id="2" name="two-col-header Layout">
            <a:extLst xmlns:a="http://schemas.openxmlformats.org/drawingml/2006/main">
              <a:ext uri="{FF2B5EF4-FFF2-40B4-BE49-F238E27FC236}">
                <a16:creationId xmlns:a16="http://schemas.microsoft.com/office/drawing/2014/main" id="{1B821D32-36A7-4E59-B93C-30EA89FFFAE4}"/>
              </a:ext>
            </a:extLst>
          </p:cNvPr>
          <p:cNvSpPr>
            <a:spLocks xmlns:a="http://schemas.openxmlformats.org/drawingml/2006/main" noGrp="1"/>
          </p:cNvSpPr>
          <p:nvPr/>
        </p:nvSpPr>
        <p:spPr>
          <a:xfrm xmlns:a="http://schemas.openxmlformats.org/drawingml/2006/main">
            <a:off x="0" y="0"/>
            <a:ext cx="12192000" cy="762000"/>
          </a:xfrm>
          <a:prstGeom xmlns:a="http://schemas.openxmlformats.org/drawingml/2006/main" prst="rect">
            <a:avLst/>
          </a:prstGeom>
          <a:gradFill xmlns:a="http://schemas.openxmlformats.org/drawingml/2006/main">
            <a:gsLst>
              <a:gs pos="0">
                <a:schemeClr val="accent1"/>
              </a:gs>
              <a:gs pos="100000">
                <a:schemeClr val="accent3"/>
              </a:gs>
            </a:gsLst>
            <a:lin ang="0" scaled="1"/>
          </a:gradFill>
          <a:ln xmlns:a="http://schemas.openxmlformats.org/drawingml/2006/main">
            <a:noFill/>
          </a:ln>
        </p:spPr>
      </p:sp>
      <p:sp>
        <p:nvSpPr>
          <p:cNvPr id="3" name="two-col-logo Layout">
            <a:extLst xmlns:a="http://schemas.openxmlformats.org/drawingml/2006/main">
              <a:ext uri="{FF2B5EF4-FFF2-40B4-BE49-F238E27FC236}">
                <a16:creationId xmlns:a16="http://schemas.microsoft.com/office/drawing/2014/main" id="{0D32EF29-9961-4948-92B4-85BCA33820C0}"/>
              </a:ext>
            </a:extLst>
          </p:cNvPr>
          <p:cNvSpPr>
            <a:spLocks xmlns:a="http://schemas.openxmlformats.org/drawingml/2006/main" noGrp="1"/>
          </p:cNvSpPr>
          <p:nvPr/>
        </p:nvSpPr>
        <p:spPr>
          <a:xfrm xmlns:a="http://schemas.openxmlformats.org/drawingml/2006/main">
            <a:off x="10319766" y="515302"/>
            <a:ext cx="1273066" cy="2053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FFFFFF"/>
                </a:solidFill>
                <a:latin typeface="Arial"/>
                <a:ea typeface="Arial"/>
                <a:cs typeface="Arial"/>
              </a:rPr>
              <a:t>METTLER TOLEDO</a:t>
            </a:r>
          </a:p>
        </p:txBody>
      </p:sp>
      <p:sp>
        <p:nvSpPr>
          <p:cNvPr id="4" name="two-col-page-divider Layout">
            <a:extLst xmlns:a="http://schemas.openxmlformats.org/drawingml/2006/main">
              <a:ext uri="{FF2B5EF4-FFF2-40B4-BE49-F238E27FC236}">
                <a16:creationId xmlns:a16="http://schemas.microsoft.com/office/drawing/2014/main" id="{446CE8CC-B472-4F25-A97F-80C89CA70C34}"/>
              </a:ext>
            </a:extLst>
          </p:cNvPr>
          <p:cNvSpPr>
            <a:spLocks xmlns:a="http://schemas.openxmlformats.org/drawingml/2006/main" noGrp="1"/>
          </p:cNvSpPr>
          <p:nvPr/>
        </p:nvSpPr>
        <p:spPr>
          <a:xfrm xmlns:a="http://schemas.openxmlformats.org/drawingml/2006/main">
            <a:off x="11668125" y="466725"/>
            <a:ext cx="9525" cy="285750"/>
          </a:xfrm>
          <a:custGeom xmlns:a="http://schemas.openxmlformats.org/drawingml/2006/main">
            <a:rect l="l" t="t" r="r" b="b"/>
            <a:pathLst>
              <a:path w="9525" h="285750">
                <a:moveTo>
                  <a:pt x="0" y="0"/>
                </a:moveTo>
                <a:lnTo>
                  <a:pt x="0" y="285750"/>
                </a:lnTo>
              </a:path>
            </a:pathLst>
          </a:custGeom>
          <a:noFill xmlns:a="http://schemas.openxmlformats.org/drawingml/2006/main"/>
          <a:ln xmlns:a="http://schemas.openxmlformats.org/drawingml/2006/main" w="19050">
            <a:solidFill>
              <a:schemeClr val="accent2"/>
            </a:solidFill>
          </a:ln>
        </p:spPr>
      </p:sp>
      <p:sp>
        <p:nvSpPr>
          <p:cNvPr id="5" name="two-col-center-divider Layout">
            <a:extLst xmlns:a="http://schemas.openxmlformats.org/drawingml/2006/main">
              <a:ext uri="{FF2B5EF4-FFF2-40B4-BE49-F238E27FC236}">
                <a16:creationId xmlns:a16="http://schemas.microsoft.com/office/drawing/2014/main" id="{0831B763-B4EF-43B0-A274-3CCCBD476C78}"/>
              </a:ext>
            </a:extLst>
          </p:cNvPr>
          <p:cNvSpPr>
            <a:spLocks xmlns:a="http://schemas.openxmlformats.org/drawingml/2006/main" noGrp="1"/>
          </p:cNvSpPr>
          <p:nvPr/>
        </p:nvSpPr>
        <p:spPr>
          <a:xfrm xmlns:a="http://schemas.openxmlformats.org/drawingml/2006/main">
            <a:off x="6096000" y="1571625"/>
            <a:ext cx="9525" cy="4619625"/>
          </a:xfrm>
          <a:custGeom xmlns:a="http://schemas.openxmlformats.org/drawingml/2006/main">
            <a:rect l="l" t="t" r="r" b="b"/>
            <a:pathLst>
              <a:path w="9525" h="4619625">
                <a:moveTo>
                  <a:pt x="0" y="0"/>
                </a:moveTo>
                <a:lnTo>
                  <a:pt x="0" y="4619625"/>
                </a:lnTo>
              </a:path>
            </a:pathLst>
          </a:custGeom>
          <a:noFill xmlns:a="http://schemas.openxmlformats.org/drawingml/2006/main"/>
          <a:ln xmlns:a="http://schemas.openxmlformats.org/drawingml/2006/main" w="19050">
            <a:solidFill>
              <a:srgbClr val="97CBFF"/>
            </a:solidFill>
          </a:ln>
        </p:spPr>
      </p:sp>
      <p:sp>
        <p:nvSpPr>
          <p:cNvPr id="6" name="two-col-footer Layout">
            <a:extLst xmlns:a="http://schemas.openxmlformats.org/drawingml/2006/main">
              <a:ext uri="{FF2B5EF4-FFF2-40B4-BE49-F238E27FC236}">
                <a16:creationId xmlns:a16="http://schemas.microsoft.com/office/drawing/2014/main" id="{F9059CA3-7832-4BD2-A5C6-049D2DF7BB8B}"/>
              </a:ext>
            </a:extLst>
          </p:cNvPr>
          <p:cNvSpPr>
            <a:spLocks xmlns:a="http://schemas.openxmlformats.org/drawingml/2006/main" noGrp="1"/>
          </p:cNvSpPr>
          <p:nvPr/>
        </p:nvSpPr>
        <p:spPr>
          <a:xfrm xmlns:a="http://schemas.openxmlformats.org/drawingml/2006/main">
            <a:off x="10072047" y="6695413"/>
            <a:ext cx="1610366" cy="15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00">
                <a:solidFill>
                  <a:srgbClr val="7A7A7A"/>
                </a:solidFill>
                <a:latin typeface="Arial"/>
                <a:ea typeface="Arial"/>
                <a:cs typeface="Arial"/>
              </a:rPr>
              <a:t>For internal use - Confidential</a:t>
            </a:r>
          </a:p>
        </p:txBody>
      </p:sp>
      <p:sp>
        <p:nvSpPr>
          <p:cNvPr id="7" name="two-col-title-slot Placeholder">
            <a:extLst xmlns:a="http://schemas.openxmlformats.org/drawingml/2006/main">
              <a:ext uri="{FF2B5EF4-FFF2-40B4-BE49-F238E27FC236}">
                <a16:creationId xmlns:a16="http://schemas.microsoft.com/office/drawing/2014/main" id="{212794A7-708E-4894-8DD3-B727C0496BF9}"/>
              </a:ext>
            </a:extLst>
          </p:cNvPr>
          <p:cNvSpPr>
            <a:spLocks xmlns:a="http://schemas.openxmlformats.org/drawingml/2006/main" noGrp="1"/>
          </p:cNvSpPr>
          <p:nvPr>
            <p:ph type="title" idx="0"/>
          </p:nvPr>
        </p:nvSpPr>
        <p:spPr>
          <a:xfrm xmlns:a="http://schemas.openxmlformats.org/drawingml/2006/main">
            <a:off x="523875" y="190500"/>
            <a:ext cx="90487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2400"/>
            </a:lvl1pPr>
          </a:lstStyle>
          <a:p xmlns:a="http://schemas.openxmlformats.org/drawingml/2006/main">
            <a:pPr algn="l">
              <a:buNone/>
            </a:pPr>
            <a:r>
              <a:rPr sz="2400" b="1">
                <a:solidFill>
                  <a:srgbClr val="FFFFFF"/>
                </a:solidFill>
                <a:latin typeface="+mj-lt"/>
                <a:ea typeface="+mj-lt"/>
                <a:cs typeface="+mj-lt"/>
              </a:rPr>
              <a:t>​</a:t>
            </a:r>
          </a:p>
        </p:txBody>
      </p:sp>
      <p:sp>
        <p:nvSpPr>
          <p:cNvPr id="8" name="two-col-key-slot Placeholder">
            <a:extLst xmlns:a="http://schemas.openxmlformats.org/drawingml/2006/main">
              <a:ext uri="{FF2B5EF4-FFF2-40B4-BE49-F238E27FC236}">
                <a16:creationId xmlns:a16="http://schemas.microsoft.com/office/drawing/2014/main" id="{7B20921D-988E-4CA1-B7E1-61AFC8C6F388}"/>
              </a:ext>
            </a:extLst>
          </p:cNvPr>
          <p:cNvSpPr>
            <a:spLocks xmlns:a="http://schemas.openxmlformats.org/drawingml/2006/main" noGrp="1"/>
          </p:cNvSpPr>
          <p:nvPr>
            <p:ph type="subTitle" idx="1"/>
          </p:nvPr>
        </p:nvSpPr>
        <p:spPr>
          <a:xfrm xmlns:a="http://schemas.openxmlformats.org/drawingml/2006/main">
            <a:off x="523875" y="962025"/>
            <a:ext cx="11144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b="1">
                <a:solidFill>
                  <a:schemeClr val="accent2"/>
                </a:solidFill>
                <a:latin typeface="+mn-lt"/>
                <a:ea typeface="+mn-lt"/>
                <a:cs typeface="+mn-lt"/>
              </a:rPr>
              <a:t>​</a:t>
            </a:r>
          </a:p>
        </p:txBody>
      </p:sp>
      <p:sp>
        <p:nvSpPr>
          <p:cNvPr id="9" name="two-col-left-slot Placeholder">
            <a:extLst xmlns:a="http://schemas.openxmlformats.org/drawingml/2006/main">
              <a:ext uri="{FF2B5EF4-FFF2-40B4-BE49-F238E27FC236}">
                <a16:creationId xmlns:a16="http://schemas.microsoft.com/office/drawing/2014/main" id="{33F745B0-B01F-41A9-9909-39B605674FEF}"/>
              </a:ext>
            </a:extLst>
          </p:cNvPr>
          <p:cNvSpPr>
            <a:spLocks xmlns:a="http://schemas.openxmlformats.org/drawingml/2006/main" noGrp="1"/>
          </p:cNvSpPr>
          <p:nvPr>
            <p:ph type="body" idx="2"/>
          </p:nvPr>
        </p:nvSpPr>
        <p:spPr>
          <a:xfrm xmlns:a="http://schemas.openxmlformats.org/drawingml/2006/main">
            <a:off x="523875" y="1571625"/>
            <a:ext cx="5191125" cy="4619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buNone/>
              <a:defRPr sz="1600"/>
            </a:lvl1pPr>
          </a:lstStyle>
          <a:p xmlns:a="http://schemas.openxmlformats.org/drawingml/2006/main">
            <a:pPr marL="0" indent="0" algn="l">
              <a:buNone/>
            </a:pPr>
            <a:r>
              <a:rPr sz="1600">
                <a:solidFill>
                  <a:schemeClr val="dk1"/>
                </a:solidFill>
                <a:latin typeface="+mn-lt"/>
                <a:ea typeface="+mn-lt"/>
                <a:cs typeface="+mn-lt"/>
              </a:rPr>
              <a:t>​</a:t>
            </a:r>
          </a:p>
        </p:txBody>
      </p:sp>
      <p:sp>
        <p:nvSpPr>
          <p:cNvPr id="10" name="two-col-right-slot Placeholder">
            <a:extLst xmlns:a="http://schemas.openxmlformats.org/drawingml/2006/main">
              <a:ext uri="{FF2B5EF4-FFF2-40B4-BE49-F238E27FC236}">
                <a16:creationId xmlns:a16="http://schemas.microsoft.com/office/drawing/2014/main" id="{A65E58D5-C1EC-4D88-AEA5-CEE161127B5F}"/>
              </a:ext>
            </a:extLst>
          </p:cNvPr>
          <p:cNvSpPr>
            <a:spLocks xmlns:a="http://schemas.openxmlformats.org/drawingml/2006/main" noGrp="1"/>
          </p:cNvSpPr>
          <p:nvPr>
            <p:ph type="body" idx="3"/>
          </p:nvPr>
        </p:nvSpPr>
        <p:spPr>
          <a:xfrm xmlns:a="http://schemas.openxmlformats.org/drawingml/2006/main">
            <a:off x="6477000" y="1571625"/>
            <a:ext cx="5191125" cy="4619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buNone/>
              <a:defRPr sz="1600"/>
            </a:lvl1pPr>
          </a:lstStyle>
          <a:p xmlns:a="http://schemas.openxmlformats.org/drawingml/2006/main">
            <a:pPr marL="0" indent="0" algn="l">
              <a:buNone/>
            </a:pPr>
            <a:r>
              <a:rPr sz="1600">
                <a:solidFill>
                  <a:schemeClr val="dk1"/>
                </a:solidFill>
                <a:latin typeface="+mn-lt"/>
                <a:ea typeface="+mn-lt"/>
                <a:cs typeface="+mn-lt"/>
              </a:rPr>
              <a:t>​</a:t>
            </a:r>
          </a:p>
        </p:txBody>
      </p:sp>
      <p:sp>
        <p:nvSpPr>
          <p:cNvPr id="11" name="two-col-page-num-slot Placeholder">
            <a:extLst xmlns:a="http://schemas.openxmlformats.org/drawingml/2006/main">
              <a:ext uri="{FF2B5EF4-FFF2-40B4-BE49-F238E27FC236}">
                <a16:creationId xmlns:a16="http://schemas.microsoft.com/office/drawing/2014/main" id="{6D4D5E66-E3E4-4C87-95A0-8A8E44CD448B}"/>
              </a:ext>
            </a:extLst>
          </p:cNvPr>
          <p:cNvSpPr>
            <a:spLocks xmlns:a="http://schemas.openxmlformats.org/drawingml/2006/main" noGrp="1"/>
          </p:cNvSpPr>
          <p:nvPr>
            <p:ph type="sldNum" idx="9"/>
          </p:nvPr>
        </p:nvSpPr>
        <p:spPr>
          <a:xfrm xmlns:a="http://schemas.openxmlformats.org/drawingml/2006/main">
            <a:off x="11715750" y="323850"/>
            <a:ext cx="4286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1400"/>
            </a:lvl1pPr>
          </a:lstStyle>
          <a:p xmlns:a="http://schemas.openxmlformats.org/drawingml/2006/main">
            <a:pPr algn="l">
              <a:buNone/>
            </a:pPr>
            <a:fld id="{4219E89B-AEA3-4DD7-BD09-BFE123EF0957}" type="slidenum">
              <a:rPr sz="1400">
                <a:solidFill>
                  <a:srgbClr val="FFFFFF"/>
                </a:solidFill>
                <a:latin typeface="+mn-lt"/>
                <a:ea typeface="+mn-lt"/>
                <a:cs typeface="+mn-lt"/>
              </a:rPr>
              <a:t>‹#›</a:t>
            </a:fld>
          </a:p>
        </p:txBody>
      </p:sp>
    </p:spTree>
  </p:cSld>
  <p:hf sldNum="1" hdr="0" ftr="0" dt="0"/>
</p:sldLayout>
</file>

<file path=ppt/slideLayouts/slideLayout30.xml><?xml version="1.0" encoding="utf-8"?>
<p:sldLayout xmlns:p="http://schemas.openxmlformats.org/presentationml/2006/main" showMasterSp="1" preserve="1">
  <p:cSld name="MT 正文 - 标准">
    <p:spTree>
      <p:nvGrpSpPr>
        <p:cNvPr id="1" name=""/>
        <p:cNvGrpSpPr/>
        <p:nvPr/>
      </p:nvGrpSpPr>
      <p:grpSpPr>
        <a:xfrm xmlns:a="http://schemas.openxmlformats.org/drawingml/2006/main"/>
      </p:grpSpPr>
      <p:sp>
        <p:nvSpPr>
          <p:cNvPr id="2" name="standard-header Layout">
            <a:extLst xmlns:a="http://schemas.openxmlformats.org/drawingml/2006/main">
              <a:ext uri="{FF2B5EF4-FFF2-40B4-BE49-F238E27FC236}">
                <a16:creationId xmlns:a16="http://schemas.microsoft.com/office/drawing/2014/main" id="{E76E591C-AEE3-48B5-AE34-8F162664688C}"/>
              </a:ext>
            </a:extLst>
          </p:cNvPr>
          <p:cNvSpPr>
            <a:spLocks xmlns:a="http://schemas.openxmlformats.org/drawingml/2006/main" noGrp="1"/>
          </p:cNvSpPr>
          <p:nvPr/>
        </p:nvSpPr>
        <p:spPr>
          <a:xfrm xmlns:a="http://schemas.openxmlformats.org/drawingml/2006/main">
            <a:off x="0" y="0"/>
            <a:ext cx="12192000" cy="762000"/>
          </a:xfrm>
          <a:prstGeom xmlns:a="http://schemas.openxmlformats.org/drawingml/2006/main" prst="rect">
            <a:avLst/>
          </a:prstGeom>
          <a:gradFill xmlns:a="http://schemas.openxmlformats.org/drawingml/2006/main">
            <a:gsLst>
              <a:gs pos="0">
                <a:schemeClr val="accent1"/>
              </a:gs>
              <a:gs pos="100000">
                <a:schemeClr val="accent3"/>
              </a:gs>
            </a:gsLst>
            <a:lin ang="0" scaled="1"/>
          </a:gradFill>
          <a:ln xmlns:a="http://schemas.openxmlformats.org/drawingml/2006/main">
            <a:noFill/>
          </a:ln>
        </p:spPr>
      </p:sp>
      <p:sp>
        <p:nvSpPr>
          <p:cNvPr id="3" name="standard-logo Layout">
            <a:extLst xmlns:a="http://schemas.openxmlformats.org/drawingml/2006/main">
              <a:ext uri="{FF2B5EF4-FFF2-40B4-BE49-F238E27FC236}">
                <a16:creationId xmlns:a16="http://schemas.microsoft.com/office/drawing/2014/main" id="{B1B3649F-A06D-445B-838E-4AFB776799E6}"/>
              </a:ext>
            </a:extLst>
          </p:cNvPr>
          <p:cNvSpPr>
            <a:spLocks xmlns:a="http://schemas.openxmlformats.org/drawingml/2006/main" noGrp="1"/>
          </p:cNvSpPr>
          <p:nvPr/>
        </p:nvSpPr>
        <p:spPr>
          <a:xfrm xmlns:a="http://schemas.openxmlformats.org/drawingml/2006/main">
            <a:off x="10319766" y="515302"/>
            <a:ext cx="1273066" cy="2053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FFFFFF"/>
                </a:solidFill>
                <a:latin typeface="Arial"/>
                <a:ea typeface="Arial"/>
                <a:cs typeface="Arial"/>
              </a:rPr>
              <a:t>METTLER TOLEDO</a:t>
            </a:r>
          </a:p>
        </p:txBody>
      </p:sp>
      <p:sp>
        <p:nvSpPr>
          <p:cNvPr id="4" name="standard-page-divider Layout">
            <a:extLst xmlns:a="http://schemas.openxmlformats.org/drawingml/2006/main">
              <a:ext uri="{FF2B5EF4-FFF2-40B4-BE49-F238E27FC236}">
                <a16:creationId xmlns:a16="http://schemas.microsoft.com/office/drawing/2014/main" id="{ED5060BC-2C77-4550-B148-261A51C1A63C}"/>
              </a:ext>
            </a:extLst>
          </p:cNvPr>
          <p:cNvSpPr>
            <a:spLocks xmlns:a="http://schemas.openxmlformats.org/drawingml/2006/main" noGrp="1"/>
          </p:cNvSpPr>
          <p:nvPr/>
        </p:nvSpPr>
        <p:spPr>
          <a:xfrm xmlns:a="http://schemas.openxmlformats.org/drawingml/2006/main">
            <a:off x="11668125" y="466725"/>
            <a:ext cx="9525" cy="285750"/>
          </a:xfrm>
          <a:custGeom xmlns:a="http://schemas.openxmlformats.org/drawingml/2006/main">
            <a:rect l="l" t="t" r="r" b="b"/>
            <a:pathLst>
              <a:path w="9525" h="285750">
                <a:moveTo>
                  <a:pt x="0" y="0"/>
                </a:moveTo>
                <a:lnTo>
                  <a:pt x="0" y="285750"/>
                </a:lnTo>
              </a:path>
            </a:pathLst>
          </a:custGeom>
          <a:noFill xmlns:a="http://schemas.openxmlformats.org/drawingml/2006/main"/>
          <a:ln xmlns:a="http://schemas.openxmlformats.org/drawingml/2006/main" w="19050">
            <a:solidFill>
              <a:schemeClr val="accent2"/>
            </a:solidFill>
          </a:ln>
        </p:spPr>
      </p:sp>
      <p:sp>
        <p:nvSpPr>
          <p:cNvPr id="5" name="standard-footer Layout">
            <a:extLst xmlns:a="http://schemas.openxmlformats.org/drawingml/2006/main">
              <a:ext uri="{FF2B5EF4-FFF2-40B4-BE49-F238E27FC236}">
                <a16:creationId xmlns:a16="http://schemas.microsoft.com/office/drawing/2014/main" id="{E07840CF-2BDE-4DA5-81B7-CE5CB72CE3BC}"/>
              </a:ext>
            </a:extLst>
          </p:cNvPr>
          <p:cNvSpPr>
            <a:spLocks xmlns:a="http://schemas.openxmlformats.org/drawingml/2006/main" noGrp="1"/>
          </p:cNvSpPr>
          <p:nvPr/>
        </p:nvSpPr>
        <p:spPr>
          <a:xfrm xmlns:a="http://schemas.openxmlformats.org/drawingml/2006/main">
            <a:off x="10072047" y="6695413"/>
            <a:ext cx="1610366" cy="15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00">
                <a:solidFill>
                  <a:srgbClr val="7A7A7A"/>
                </a:solidFill>
                <a:latin typeface="Arial"/>
                <a:ea typeface="Arial"/>
                <a:cs typeface="Arial"/>
              </a:rPr>
              <a:t>For internal use - Confidential</a:t>
            </a:r>
          </a:p>
        </p:txBody>
      </p:sp>
      <p:sp>
        <p:nvSpPr>
          <p:cNvPr id="6" name="standard-title-slot Placeholder">
            <a:extLst xmlns:a="http://schemas.openxmlformats.org/drawingml/2006/main">
              <a:ext uri="{FF2B5EF4-FFF2-40B4-BE49-F238E27FC236}">
                <a16:creationId xmlns:a16="http://schemas.microsoft.com/office/drawing/2014/main" id="{AD2703CC-5F2A-40B2-A69B-0B8F2FF3453F}"/>
              </a:ext>
            </a:extLst>
          </p:cNvPr>
          <p:cNvSpPr>
            <a:spLocks xmlns:a="http://schemas.openxmlformats.org/drawingml/2006/main" noGrp="1"/>
          </p:cNvSpPr>
          <p:nvPr>
            <p:ph type="title" idx="0"/>
          </p:nvPr>
        </p:nvSpPr>
        <p:spPr>
          <a:xfrm xmlns:a="http://schemas.openxmlformats.org/drawingml/2006/main">
            <a:off x="523875" y="190500"/>
            <a:ext cx="90487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2400"/>
            </a:lvl1pPr>
          </a:lstStyle>
          <a:p xmlns:a="http://schemas.openxmlformats.org/drawingml/2006/main">
            <a:pPr algn="l">
              <a:buNone/>
            </a:pPr>
            <a:r>
              <a:rPr sz="2400" b="1">
                <a:solidFill>
                  <a:srgbClr val="FFFFFF"/>
                </a:solidFill>
                <a:latin typeface="+mj-lt"/>
                <a:ea typeface="+mj-lt"/>
                <a:cs typeface="+mj-lt"/>
              </a:rPr>
              <a:t>​</a:t>
            </a:r>
          </a:p>
        </p:txBody>
      </p:sp>
      <p:sp>
        <p:nvSpPr>
          <p:cNvPr id="7" name="standard-key-slot Placeholder">
            <a:extLst xmlns:a="http://schemas.openxmlformats.org/drawingml/2006/main">
              <a:ext uri="{FF2B5EF4-FFF2-40B4-BE49-F238E27FC236}">
                <a16:creationId xmlns:a16="http://schemas.microsoft.com/office/drawing/2014/main" id="{723B4532-28B9-445F-8C0B-CB6458F5F73D}"/>
              </a:ext>
            </a:extLst>
          </p:cNvPr>
          <p:cNvSpPr>
            <a:spLocks xmlns:a="http://schemas.openxmlformats.org/drawingml/2006/main" noGrp="1"/>
          </p:cNvSpPr>
          <p:nvPr>
            <p:ph type="subTitle" idx="1"/>
          </p:nvPr>
        </p:nvSpPr>
        <p:spPr>
          <a:xfrm xmlns:a="http://schemas.openxmlformats.org/drawingml/2006/main">
            <a:off x="523875" y="962025"/>
            <a:ext cx="11144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b="1">
                <a:solidFill>
                  <a:schemeClr val="accent2"/>
                </a:solidFill>
                <a:latin typeface="+mn-lt"/>
                <a:ea typeface="+mn-lt"/>
                <a:cs typeface="+mn-lt"/>
              </a:rPr>
              <a:t>​</a:t>
            </a:r>
          </a:p>
        </p:txBody>
      </p:sp>
      <p:sp>
        <p:nvSpPr>
          <p:cNvPr id="8" name="standard-body-slot Placeholder">
            <a:extLst xmlns:a="http://schemas.openxmlformats.org/drawingml/2006/main">
              <a:ext uri="{FF2B5EF4-FFF2-40B4-BE49-F238E27FC236}">
                <a16:creationId xmlns:a16="http://schemas.microsoft.com/office/drawing/2014/main" id="{2CF47C05-A78C-4255-A124-2941EB0A3134}"/>
              </a:ext>
            </a:extLst>
          </p:cNvPr>
          <p:cNvSpPr>
            <a:spLocks xmlns:a="http://schemas.openxmlformats.org/drawingml/2006/main" noGrp="1"/>
          </p:cNvSpPr>
          <p:nvPr>
            <p:ph type="body" idx="2"/>
          </p:nvPr>
        </p:nvSpPr>
        <p:spPr>
          <a:xfrm xmlns:a="http://schemas.openxmlformats.org/drawingml/2006/main">
            <a:off x="523875" y="1504950"/>
            <a:ext cx="11144250" cy="485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buNone/>
              <a:defRPr sz="1600"/>
            </a:lvl1pPr>
          </a:lstStyle>
          <a:p xmlns:a="http://schemas.openxmlformats.org/drawingml/2006/main">
            <a:pPr marL="0" indent="0" algn="l">
              <a:buNone/>
            </a:pPr>
            <a:r>
              <a:rPr sz="1600">
                <a:solidFill>
                  <a:schemeClr val="dk1"/>
                </a:solidFill>
                <a:latin typeface="+mn-lt"/>
                <a:ea typeface="+mn-lt"/>
                <a:cs typeface="+mn-lt"/>
              </a:rPr>
              <a:t>​</a:t>
            </a:r>
          </a:p>
        </p:txBody>
      </p:sp>
      <p:sp>
        <p:nvSpPr>
          <p:cNvPr id="9" name="standard-page-num-slot Placeholder">
            <a:extLst xmlns:a="http://schemas.openxmlformats.org/drawingml/2006/main">
              <a:ext uri="{FF2B5EF4-FFF2-40B4-BE49-F238E27FC236}">
                <a16:creationId xmlns:a16="http://schemas.microsoft.com/office/drawing/2014/main" id="{07CE3ADA-B1F0-48A0-B2EB-CEADDAF3E41F}"/>
              </a:ext>
            </a:extLst>
          </p:cNvPr>
          <p:cNvSpPr>
            <a:spLocks xmlns:a="http://schemas.openxmlformats.org/drawingml/2006/main" noGrp="1"/>
          </p:cNvSpPr>
          <p:nvPr>
            <p:ph type="sldNum" idx="9"/>
          </p:nvPr>
        </p:nvSpPr>
        <p:spPr>
          <a:xfrm xmlns:a="http://schemas.openxmlformats.org/drawingml/2006/main">
            <a:off x="11715750" y="323850"/>
            <a:ext cx="4286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1400"/>
            </a:lvl1pPr>
          </a:lstStyle>
          <a:p xmlns:a="http://schemas.openxmlformats.org/drawingml/2006/main">
            <a:pPr algn="l">
              <a:buNone/>
            </a:pPr>
            <a:fld id="{B2BAB656-A15B-4F45-B27A-8F8AA745E59D}" type="slidenum">
              <a:rPr sz="1400">
                <a:solidFill>
                  <a:srgbClr val="FFFFFF"/>
                </a:solidFill>
                <a:latin typeface="+mn-lt"/>
                <a:ea typeface="+mn-lt"/>
                <a:cs typeface="+mn-lt"/>
              </a:rPr>
              <a:t>‹#›</a:t>
            </a:fld>
          </a:p>
        </p:txBody>
      </p:sp>
    </p:spTree>
  </p:cSld>
  <p:hf sldNum="1" hdr="0" ftr="0" dt="0"/>
</p:sldLayout>
</file>

<file path=ppt/slideLayouts/slideLayout31.xml><?xml version="1.0" encoding="utf-8"?>
<p:sldLayout xmlns:p="http://schemas.openxmlformats.org/presentationml/2006/main" showMasterSp="1" preserve="1">
  <p:cSld name="MT 正文 - 右图">
    <p:spTree>
      <p:nvGrpSpPr>
        <p:cNvPr id="1" name=""/>
        <p:cNvGrpSpPr/>
        <p:nvPr/>
      </p:nvGrpSpPr>
      <p:grpSpPr>
        <a:xfrm xmlns:a="http://schemas.openxmlformats.org/drawingml/2006/main"/>
      </p:grpSpPr>
      <p:sp>
        <p:nvSpPr>
          <p:cNvPr id="2" name="image-right-header Layout">
            <a:extLst xmlns:a="http://schemas.openxmlformats.org/drawingml/2006/main">
              <a:ext uri="{FF2B5EF4-FFF2-40B4-BE49-F238E27FC236}">
                <a16:creationId xmlns:a16="http://schemas.microsoft.com/office/drawing/2014/main" id="{B37325D8-7D4D-42D4-AA9E-EE2201924236}"/>
              </a:ext>
            </a:extLst>
          </p:cNvPr>
          <p:cNvSpPr>
            <a:spLocks xmlns:a="http://schemas.openxmlformats.org/drawingml/2006/main" noGrp="1"/>
          </p:cNvSpPr>
          <p:nvPr/>
        </p:nvSpPr>
        <p:spPr>
          <a:xfrm xmlns:a="http://schemas.openxmlformats.org/drawingml/2006/main">
            <a:off x="0" y="0"/>
            <a:ext cx="12192000" cy="762000"/>
          </a:xfrm>
          <a:prstGeom xmlns:a="http://schemas.openxmlformats.org/drawingml/2006/main" prst="rect">
            <a:avLst/>
          </a:prstGeom>
          <a:gradFill xmlns:a="http://schemas.openxmlformats.org/drawingml/2006/main">
            <a:gsLst>
              <a:gs pos="0">
                <a:schemeClr val="accent1"/>
              </a:gs>
              <a:gs pos="100000">
                <a:schemeClr val="accent3"/>
              </a:gs>
            </a:gsLst>
            <a:lin ang="0" scaled="1"/>
          </a:gradFill>
          <a:ln xmlns:a="http://schemas.openxmlformats.org/drawingml/2006/main">
            <a:noFill/>
          </a:ln>
        </p:spPr>
      </p:sp>
      <p:sp>
        <p:nvSpPr>
          <p:cNvPr id="3" name="image-right-logo Layout">
            <a:extLst xmlns:a="http://schemas.openxmlformats.org/drawingml/2006/main">
              <a:ext uri="{FF2B5EF4-FFF2-40B4-BE49-F238E27FC236}">
                <a16:creationId xmlns:a16="http://schemas.microsoft.com/office/drawing/2014/main" id="{B7A532B9-3461-47BB-AC57-A33E82335CFB}"/>
              </a:ext>
            </a:extLst>
          </p:cNvPr>
          <p:cNvSpPr>
            <a:spLocks xmlns:a="http://schemas.openxmlformats.org/drawingml/2006/main" noGrp="1"/>
          </p:cNvSpPr>
          <p:nvPr/>
        </p:nvSpPr>
        <p:spPr>
          <a:xfrm xmlns:a="http://schemas.openxmlformats.org/drawingml/2006/main">
            <a:off x="10319766" y="515302"/>
            <a:ext cx="1273066" cy="2053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FFFFFF"/>
                </a:solidFill>
                <a:latin typeface="Arial"/>
                <a:ea typeface="Arial"/>
                <a:cs typeface="Arial"/>
              </a:rPr>
              <a:t>METTLER TOLEDO</a:t>
            </a:r>
          </a:p>
        </p:txBody>
      </p:sp>
      <p:sp>
        <p:nvSpPr>
          <p:cNvPr id="4" name="image-right-page-divider Layout">
            <a:extLst xmlns:a="http://schemas.openxmlformats.org/drawingml/2006/main">
              <a:ext uri="{FF2B5EF4-FFF2-40B4-BE49-F238E27FC236}">
                <a16:creationId xmlns:a16="http://schemas.microsoft.com/office/drawing/2014/main" id="{C3D57A31-CE2B-4FCE-910C-0B1C4BA9EBE5}"/>
              </a:ext>
            </a:extLst>
          </p:cNvPr>
          <p:cNvSpPr>
            <a:spLocks xmlns:a="http://schemas.openxmlformats.org/drawingml/2006/main" noGrp="1"/>
          </p:cNvSpPr>
          <p:nvPr/>
        </p:nvSpPr>
        <p:spPr>
          <a:xfrm xmlns:a="http://schemas.openxmlformats.org/drawingml/2006/main">
            <a:off x="11668125" y="466725"/>
            <a:ext cx="9525" cy="285750"/>
          </a:xfrm>
          <a:custGeom xmlns:a="http://schemas.openxmlformats.org/drawingml/2006/main">
            <a:rect l="l" t="t" r="r" b="b"/>
            <a:pathLst>
              <a:path w="9525" h="285750">
                <a:moveTo>
                  <a:pt x="0" y="0"/>
                </a:moveTo>
                <a:lnTo>
                  <a:pt x="0" y="285750"/>
                </a:lnTo>
              </a:path>
            </a:pathLst>
          </a:custGeom>
          <a:noFill xmlns:a="http://schemas.openxmlformats.org/drawingml/2006/main"/>
          <a:ln xmlns:a="http://schemas.openxmlformats.org/drawingml/2006/main" w="19050">
            <a:solidFill>
              <a:schemeClr val="accent2"/>
            </a:solidFill>
          </a:ln>
        </p:spPr>
      </p:sp>
      <p:sp>
        <p:nvSpPr>
          <p:cNvPr id="5" name="image-right-frame Layout">
            <a:extLst xmlns:a="http://schemas.openxmlformats.org/drawingml/2006/main">
              <a:ext uri="{FF2B5EF4-FFF2-40B4-BE49-F238E27FC236}">
                <a16:creationId xmlns:a16="http://schemas.microsoft.com/office/drawing/2014/main" id="{95484F28-2091-4412-9AB8-6CCCC69DC3F1}"/>
              </a:ext>
            </a:extLst>
          </p:cNvPr>
          <p:cNvSpPr>
            <a:spLocks xmlns:a="http://schemas.openxmlformats.org/drawingml/2006/main" noGrp="1"/>
          </p:cNvSpPr>
          <p:nvPr/>
        </p:nvSpPr>
        <p:spPr>
          <a:xfrm xmlns:a="http://schemas.openxmlformats.org/drawingml/2006/main">
            <a:off x="7239000" y="1619250"/>
            <a:ext cx="4429125" cy="4095750"/>
          </a:xfrm>
          <a:prstGeom xmlns:a="http://schemas.openxmlformats.org/drawingml/2006/main" prst="rect">
            <a:avLst/>
          </a:prstGeom>
          <a:solidFill xmlns:a="http://schemas.openxmlformats.org/drawingml/2006/main">
            <a:schemeClr val="accent5"/>
          </a:solidFill>
          <a:ln xmlns:a="http://schemas.openxmlformats.org/drawingml/2006/main" w="19050">
            <a:solidFill>
              <a:srgbClr val="97CBFF"/>
            </a:solidFill>
          </a:ln>
        </p:spPr>
      </p:sp>
      <p:sp>
        <p:nvSpPr>
          <p:cNvPr id="6" name="image-right-footer Layout">
            <a:extLst xmlns:a="http://schemas.openxmlformats.org/drawingml/2006/main">
              <a:ext uri="{FF2B5EF4-FFF2-40B4-BE49-F238E27FC236}">
                <a16:creationId xmlns:a16="http://schemas.microsoft.com/office/drawing/2014/main" id="{2D06727C-AA2B-4992-B87D-102272040F30}"/>
              </a:ext>
            </a:extLst>
          </p:cNvPr>
          <p:cNvSpPr>
            <a:spLocks xmlns:a="http://schemas.openxmlformats.org/drawingml/2006/main" noGrp="1"/>
          </p:cNvSpPr>
          <p:nvPr/>
        </p:nvSpPr>
        <p:spPr>
          <a:xfrm xmlns:a="http://schemas.openxmlformats.org/drawingml/2006/main">
            <a:off x="10072047" y="6695413"/>
            <a:ext cx="1610366" cy="15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00">
                <a:solidFill>
                  <a:srgbClr val="7A7A7A"/>
                </a:solidFill>
                <a:latin typeface="Arial"/>
                <a:ea typeface="Arial"/>
                <a:cs typeface="Arial"/>
              </a:rPr>
              <a:t>For internal use - Confidential</a:t>
            </a:r>
          </a:p>
        </p:txBody>
      </p:sp>
      <p:sp>
        <p:nvSpPr>
          <p:cNvPr id="7" name="image-right-title-slot Placeholder">
            <a:extLst xmlns:a="http://schemas.openxmlformats.org/drawingml/2006/main">
              <a:ext uri="{FF2B5EF4-FFF2-40B4-BE49-F238E27FC236}">
                <a16:creationId xmlns:a16="http://schemas.microsoft.com/office/drawing/2014/main" id="{5CD667F7-B893-47BB-92CB-B9728E597D92}"/>
              </a:ext>
            </a:extLst>
          </p:cNvPr>
          <p:cNvSpPr>
            <a:spLocks xmlns:a="http://schemas.openxmlformats.org/drawingml/2006/main" noGrp="1"/>
          </p:cNvSpPr>
          <p:nvPr>
            <p:ph type="title" idx="0"/>
          </p:nvPr>
        </p:nvSpPr>
        <p:spPr>
          <a:xfrm xmlns:a="http://schemas.openxmlformats.org/drawingml/2006/main">
            <a:off x="523875" y="190500"/>
            <a:ext cx="90487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2400"/>
            </a:lvl1pPr>
          </a:lstStyle>
          <a:p xmlns:a="http://schemas.openxmlformats.org/drawingml/2006/main">
            <a:pPr algn="l">
              <a:buNone/>
            </a:pPr>
            <a:r>
              <a:rPr sz="2400" b="1">
                <a:solidFill>
                  <a:srgbClr val="FFFFFF"/>
                </a:solidFill>
                <a:latin typeface="+mj-lt"/>
                <a:ea typeface="+mj-lt"/>
                <a:cs typeface="+mj-lt"/>
              </a:rPr>
              <a:t>​</a:t>
            </a:r>
          </a:p>
        </p:txBody>
      </p:sp>
      <p:sp>
        <p:nvSpPr>
          <p:cNvPr id="8" name="image-right-key-slot Placeholder">
            <a:extLst xmlns:a="http://schemas.openxmlformats.org/drawingml/2006/main">
              <a:ext uri="{FF2B5EF4-FFF2-40B4-BE49-F238E27FC236}">
                <a16:creationId xmlns:a16="http://schemas.microsoft.com/office/drawing/2014/main" id="{4A7DAC75-8772-41C0-A8B6-D6B593E2191B}"/>
              </a:ext>
            </a:extLst>
          </p:cNvPr>
          <p:cNvSpPr>
            <a:spLocks xmlns:a="http://schemas.openxmlformats.org/drawingml/2006/main" noGrp="1"/>
          </p:cNvSpPr>
          <p:nvPr>
            <p:ph type="subTitle" idx="1"/>
          </p:nvPr>
        </p:nvSpPr>
        <p:spPr>
          <a:xfrm xmlns:a="http://schemas.openxmlformats.org/drawingml/2006/main">
            <a:off x="523875" y="962025"/>
            <a:ext cx="11144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800"/>
            </a:lvl1pPr>
          </a:lstStyle>
          <a:p xmlns:a="http://schemas.openxmlformats.org/drawingml/2006/main">
            <a:pPr marL="0" indent="0" algn="l">
              <a:buNone/>
            </a:pPr>
            <a:r>
              <a:rPr sz="1800" b="1">
                <a:solidFill>
                  <a:schemeClr val="accent2"/>
                </a:solidFill>
                <a:latin typeface="+mn-lt"/>
                <a:ea typeface="+mn-lt"/>
                <a:cs typeface="+mn-lt"/>
              </a:rPr>
              <a:t>​</a:t>
            </a:r>
          </a:p>
        </p:txBody>
      </p:sp>
      <p:sp>
        <p:nvSpPr>
          <p:cNvPr id="9" name="image-right-body-slot Placeholder">
            <a:extLst xmlns:a="http://schemas.openxmlformats.org/drawingml/2006/main">
              <a:ext uri="{FF2B5EF4-FFF2-40B4-BE49-F238E27FC236}">
                <a16:creationId xmlns:a16="http://schemas.microsoft.com/office/drawing/2014/main" id="{5F146DBC-A2FD-444B-BE05-D7D8F796C08E}"/>
              </a:ext>
            </a:extLst>
          </p:cNvPr>
          <p:cNvSpPr>
            <a:spLocks xmlns:a="http://schemas.openxmlformats.org/drawingml/2006/main" noGrp="1"/>
          </p:cNvSpPr>
          <p:nvPr>
            <p:ph type="body" idx="2"/>
          </p:nvPr>
        </p:nvSpPr>
        <p:spPr>
          <a:xfrm xmlns:a="http://schemas.openxmlformats.org/drawingml/2006/main">
            <a:off x="523875" y="1619250"/>
            <a:ext cx="619125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buNone/>
              <a:defRPr sz="1600"/>
            </a:lvl1pPr>
          </a:lstStyle>
          <a:p xmlns:a="http://schemas.openxmlformats.org/drawingml/2006/main">
            <a:pPr marL="0" indent="0" algn="l">
              <a:buNone/>
            </a:pPr>
            <a:r>
              <a:rPr sz="1600">
                <a:solidFill>
                  <a:schemeClr val="dk1"/>
                </a:solidFill>
                <a:latin typeface="+mn-lt"/>
                <a:ea typeface="+mn-lt"/>
                <a:cs typeface="+mn-lt"/>
              </a:rPr>
              <a:t>​</a:t>
            </a:r>
          </a:p>
        </p:txBody>
      </p:sp>
      <p:sp>
        <p:nvSpPr>
          <p:cNvPr id="10" name="image-right-media-slot Placeholder">
            <a:extLst xmlns:a="http://schemas.openxmlformats.org/drawingml/2006/main">
              <a:ext uri="{FF2B5EF4-FFF2-40B4-BE49-F238E27FC236}">
                <a16:creationId xmlns:a16="http://schemas.microsoft.com/office/drawing/2014/main" id="{17BF952D-027C-40B3-BCE3-8A7348064EC2}"/>
              </a:ext>
            </a:extLst>
          </p:cNvPr>
          <p:cNvSpPr>
            <a:spLocks xmlns:a="http://schemas.openxmlformats.org/drawingml/2006/main" noGrp="1"/>
          </p:cNvSpPr>
          <p:nvPr>
            <p:ph type="body" idx="3"/>
          </p:nvPr>
        </p:nvSpPr>
        <p:spPr>
          <a:xfrm xmlns:a="http://schemas.openxmlformats.org/drawingml/2006/main">
            <a:off x="7429500" y="1809750"/>
            <a:ext cx="4048125" cy="3714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marL="0" indent="0">
              <a:buNone/>
              <a:defRPr sz="1600"/>
            </a:lvl1pPr>
          </a:lstStyle>
          <a:p xmlns:a="http://schemas.openxmlformats.org/drawingml/2006/main">
            <a:pPr marL="0" indent="0" algn="ctr">
              <a:buNone/>
            </a:pPr>
            <a:r>
              <a:rPr sz="1600">
                <a:solidFill>
                  <a:schemeClr val="accent1"/>
                </a:solidFill>
                <a:latin typeface="+mn-lt"/>
                <a:ea typeface="+mn-lt"/>
                <a:cs typeface="+mn-lt"/>
              </a:rPr>
              <a:t>​</a:t>
            </a:r>
          </a:p>
        </p:txBody>
      </p:sp>
      <p:sp>
        <p:nvSpPr>
          <p:cNvPr id="11" name="image-right-page-num-slot Placeholder">
            <a:extLst xmlns:a="http://schemas.openxmlformats.org/drawingml/2006/main">
              <a:ext uri="{FF2B5EF4-FFF2-40B4-BE49-F238E27FC236}">
                <a16:creationId xmlns:a16="http://schemas.microsoft.com/office/drawing/2014/main" id="{FEEE3A66-2183-4539-B1C8-48178BD45DF5}"/>
              </a:ext>
            </a:extLst>
          </p:cNvPr>
          <p:cNvSpPr>
            <a:spLocks xmlns:a="http://schemas.openxmlformats.org/drawingml/2006/main" noGrp="1"/>
          </p:cNvSpPr>
          <p:nvPr>
            <p:ph type="sldNum" idx="9"/>
          </p:nvPr>
        </p:nvSpPr>
        <p:spPr>
          <a:xfrm xmlns:a="http://schemas.openxmlformats.org/drawingml/2006/main">
            <a:off x="11715750" y="323850"/>
            <a:ext cx="4286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lvl1pPr>
              <a:buNone/>
              <a:defRPr sz="1400"/>
            </a:lvl1pPr>
          </a:lstStyle>
          <a:p xmlns:a="http://schemas.openxmlformats.org/drawingml/2006/main">
            <a:pPr algn="l">
              <a:buNone/>
            </a:pPr>
            <a:fld id="{1223510F-8091-4483-95B9-E0C4F179A56A}" type="slidenum">
              <a:rPr sz="1400">
                <a:solidFill>
                  <a:srgbClr val="FFFFFF"/>
                </a:solidFill>
                <a:latin typeface="+mn-lt"/>
                <a:ea typeface="+mn-lt"/>
                <a:cs typeface="+mn-lt"/>
              </a:rPr>
              <a:t>‹#›</a:t>
            </a:fld>
          </a:p>
        </p:txBody>
      </p:sp>
    </p:spTree>
  </p:cSld>
  <p:hf sldNum="1" hdr="0" ftr="0" dt="0"/>
</p:sldLayout>
</file>

<file path=ppt/slideMasters/_rels/slideMaster1.xml.rels>&#65279;<?xml version="1.0" encoding="utf-8"?><Relationships xmlns="http://schemas.openxmlformats.org/package/2006/relationships"><Relationship Type="http://schemas.openxmlformats.org/officeDocument/2006/relationships/image" Target="/ppt/media/image.emf" Id="R75a93a21445f4731" /><Relationship Type="http://schemas.openxmlformats.org/officeDocument/2006/relationships/theme" Target="/ppt/slideMasters/theme/theme2.xml" Id="R4446bdb5748d4439" /><Relationship Type="http://schemas.openxmlformats.org/officeDocument/2006/relationships/slideLayout" Target="/ppt/slideLayouts/slideLayout1.xml" Id="R6dd0c6c714fd4781" /><Relationship Type="http://schemas.openxmlformats.org/officeDocument/2006/relationships/slideLayout" Target="/ppt/slideLayouts/slideLayout2.xml" Id="R66a4c2b903304a5a" /><Relationship Type="http://schemas.openxmlformats.org/officeDocument/2006/relationships/slideLayout" Target="/ppt/slideLayouts/slideLayout3.xml" Id="R7caf47adfda24474" /><Relationship Type="http://schemas.openxmlformats.org/officeDocument/2006/relationships/slideLayout" Target="/ppt/slideLayouts/slideLayout4.xml" Id="Rf695dd15741d4fc9" /><Relationship Type="http://schemas.openxmlformats.org/officeDocument/2006/relationships/slideLayout" Target="/ppt/slideLayouts/slideLayout5.xml" Id="R5d0f64c356c14866" /><Relationship Type="http://schemas.openxmlformats.org/officeDocument/2006/relationships/slideLayout" Target="/ppt/slideLayouts/slideLayout6.xml" Id="R5a701ae62c974f7b" /><Relationship Type="http://schemas.openxmlformats.org/officeDocument/2006/relationships/slideLayout" Target="/ppt/slideLayouts/slideLayout7.xml" Id="R71a8b14c2b51403a" /><Relationship Type="http://schemas.openxmlformats.org/officeDocument/2006/relationships/slideLayout" Target="/ppt/slideLayouts/slideLayout8.xml" Id="Rd58e04cbd5df4809" /><Relationship Type="http://schemas.openxmlformats.org/officeDocument/2006/relationships/slideLayout" Target="/ppt/slideLayouts/slideLayout9.xml" Id="R453f6bf2e3fb4156" /><Relationship Type="http://schemas.openxmlformats.org/officeDocument/2006/relationships/slideLayout" Target="/ppt/slideLayouts/slideLayout10.xml" Id="R5b5c19005a5b4b0e" /><Relationship Type="http://schemas.openxmlformats.org/officeDocument/2006/relationships/slideLayout" Target="/ppt/slideLayouts/slideLayout11.xml" Id="Rcf420d2f43f445a3" /><Relationship Type="http://schemas.openxmlformats.org/officeDocument/2006/relationships/slideLayout" Target="/ppt/slideLayouts/slideLayout12.xml" Id="R415a93de6ed041ba" /><Relationship Type="http://schemas.openxmlformats.org/officeDocument/2006/relationships/slideLayout" Target="/ppt/slideLayouts/slideLayout13.xml" Id="R9260eeb289bd4daa" /><Relationship Type="http://schemas.openxmlformats.org/officeDocument/2006/relationships/slideLayout" Target="/ppt/slideLayouts/slideLayout14.xml" Id="R9c23af1fba3b4137" /><Relationship Type="http://schemas.openxmlformats.org/officeDocument/2006/relationships/slideLayout" Target="/ppt/slideLayouts/slideLayout15.xml" Id="Ra0a44c3f0cf9485a" /><Relationship Type="http://schemas.openxmlformats.org/officeDocument/2006/relationships/slideLayout" Target="/ppt/slideLayouts/slideLayout16.xml" Id="R144d3ff7c29a41a1" /><Relationship Type="http://schemas.openxmlformats.org/officeDocument/2006/relationships/slideLayout" Target="/ppt/slideLayouts/slideLayout17.xml" Id="R38c9ead398b846a8" /><Relationship Type="http://schemas.openxmlformats.org/officeDocument/2006/relationships/slideLayout" Target="/ppt/slideLayouts/slideLayout18.xml" Id="Rc96d20914c6547bd" /><Relationship Type="http://schemas.openxmlformats.org/officeDocument/2006/relationships/slideLayout" Target="/ppt/slideLayouts/slideLayout19.xml" Id="Re31e69f480d24a15" /><Relationship Type="http://schemas.openxmlformats.org/officeDocument/2006/relationships/slideLayout" Target="/ppt/slideLayouts/slideLayout20.xml" Id="Rebc2d53ded3343b3" /><Relationship Type="http://schemas.openxmlformats.org/officeDocument/2006/relationships/slideLayout" Target="/ppt/slideLayouts/slideLayout21.xml" Id="R3e5ff20d84804f9d" /><Relationship Type="http://schemas.openxmlformats.org/officeDocument/2006/relationships/slideLayout" Target="/ppt/slideLayouts/slideLayout22.xml" Id="R7c18377e5b4f442b" /><Relationship Type="http://schemas.openxmlformats.org/officeDocument/2006/relationships/slideLayout" Target="/ppt/slideLayouts/slideLayout23.xml" Id="R2e3ca5f56ea34de0" /><Relationship Type="http://schemas.openxmlformats.org/officeDocument/2006/relationships/slideLayout" Target="/ppt/slideLayouts/slideLayout24.xml" Id="Ra9f56280c8874a6f" /><Relationship Type="http://schemas.openxmlformats.org/officeDocument/2006/relationships/slideLayout" Target="/ppt/slideLayouts/slideLayout25.xml" Id="R129ea57ce1b04d5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c6c8f08a28b4c43" /><Relationship Type="http://schemas.openxmlformats.org/officeDocument/2006/relationships/slideLayout" Target="/ppt/slideLayouts/slideLayout26.xml" Id="R3a8e9a7207e14dd3" /><Relationship Type="http://schemas.openxmlformats.org/officeDocument/2006/relationships/slideLayout" Target="/ppt/slideLayouts/slideLayout27.xml" Id="R3ee83996b52644c5" /><Relationship Type="http://schemas.openxmlformats.org/officeDocument/2006/relationships/slideLayout" Target="/ppt/slideLayouts/slideLayout28.xml" Id="Rcf47afede322411d" /><Relationship Type="http://schemas.openxmlformats.org/officeDocument/2006/relationships/slideLayout" Target="/ppt/slideLayouts/slideLayout29.xml" Id="Re5ac2db4298f4f06" /><Relationship Type="http://schemas.openxmlformats.org/officeDocument/2006/relationships/slideLayout" Target="/ppt/slideLayouts/slideLayout30.xml" Id="R2372d7508e1c43be" /><Relationship Type="http://schemas.openxmlformats.org/officeDocument/2006/relationships/slideLayout" Target="/ppt/slideLayouts/slideLayout31.xml" Id="R9c0ba79a8aed4a1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5" name="Rectangle 4" hidden="1">
            <a:extLst xmlns:a="http://schemas.openxmlformats.org/drawingml/2006/main">
              <a:ext uri="{FF2B5EF4-FFF2-40B4-BE49-F238E27FC236}">
                <a16:creationId xmlns:a16="http://schemas.microsoft.com/office/drawing/2014/main" id="{37725034-1373-47BF-8752-AA9051611105}"/>
              </a:ext>
            </a:extLst>
          </p:cNvPr>
          <p:cNvSpPr>
            <a:spLocks xmlns:a="http://schemas.openxmlformats.org/drawingml/2006/main" noGrp="1"/>
          </p:cNvSpPr>
          <p:nvPr/>
        </p:nvSpPr>
        <p:spPr>
          <a:xfrm xmlns:a="http://schemas.openxmlformats.org/drawingml/2006/main">
            <a:off x="0" y="0"/>
            <a:ext cx="158750" cy="15875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none" lIns="0" tIns="0" rIns="0" bIns="0" anchor="ctr"/>
          <a:lstStyle xmlns:a="http://schemas.openxmlformats.org/drawingml/2006/main"/>
          <a:p xmlns:a="http://schemas.openxmlformats.org/drawingml/2006/main">
            <a:pPr marL="0" lvl="0" indent="0" algn="ctr">
              <a:buNone/>
            </a:pPr>
          </a:p>
        </p:txBody>
      </p:sp>
      <p:sp>
        <p:nvSpPr>
          <p:cNvPr id="7" name="Rectangle 52">
            <a:extLst xmlns:a="http://schemas.openxmlformats.org/drawingml/2006/main">
              <a:ext uri="{FF2B5EF4-FFF2-40B4-BE49-F238E27FC236}">
                <a16:creationId xmlns:a16="http://schemas.microsoft.com/office/drawing/2014/main" id="{0046C54E-A094-4288-B4AC-9ECA5474CDED}"/>
              </a:ext>
            </a:extLst>
          </p:cNvPr>
          <p:cNvSpPr>
            <a:spLocks xmlns:a="http://schemas.openxmlformats.org/drawingml/2006/main" noGrp="1"/>
          </p:cNvSpPr>
          <p:nvPr/>
        </p:nvSpPr>
        <p:spPr>
          <a:xfrm xmlns:a="http://schemas.openxmlformats.org/drawingml/2006/main">
            <a:off x="0" y="1"/>
            <a:ext cx="12192000" cy="764915"/>
          </a:xfrm>
          <a:prstGeom xmlns:a="http://schemas.openxmlformats.org/drawingml/2006/main" prst="rect">
            <a:avLst/>
          </a:prstGeom>
          <a:gradFill xmlns:a="http://schemas.openxmlformats.org/drawingml/2006/main" rotWithShape="1">
            <a:gsLst>
              <a:gs pos="0">
                <a:schemeClr val="tx1"/>
              </a:gs>
              <a:gs pos="100000">
                <a:schemeClr val="bg2"/>
              </a:gs>
            </a:gsLst>
            <a:lin ang="0" scaled="1"/>
          </a:gradFill>
          <a:ln xmlns:a="http://schemas.openxmlformats.org/drawingml/2006/main">
            <a:noFill/>
          </a:ln>
        </p:spPr>
        <p:txBody>
          <a:bodyPr xmlns:a="http://schemas.openxmlformats.org/drawingml/2006/main" wrap="none" lIns="0" tIns="0" rIns="0" bIns="0" anchor="ctr"/>
          <a:lstStyle xmlns:a="http://schemas.openxmlformats.org/drawingml/2006/main"/>
          <a:p xmlns:a="http://schemas.openxmlformats.org/drawingml/2006/main">
            <a:pPr algn="ctr">
              <a:buNone/>
            </a:pPr>
          </a:p>
        </p:txBody>
      </p:sp>
      <p:sp>
        <p:nvSpPr>
          <p:cNvPr id="2" name="Titelplatzhalter 1">
            <a:extLst xmlns:a="http://schemas.openxmlformats.org/drawingml/2006/main">
              <a:ext uri="{FF2B5EF4-FFF2-40B4-BE49-F238E27FC236}">
                <a16:creationId xmlns:a16="http://schemas.microsoft.com/office/drawing/2014/main" id="{C62262E2-D5AA-4BC5-B672-5B00F16A26B6}"/>
              </a:ext>
            </a:extLst>
          </p:cNvPr>
          <p:cNvSpPr>
            <a:spLocks xmlns:a="http://schemas.openxmlformats.org/drawingml/2006/main" noGrp="1"/>
          </p:cNvSpPr>
          <p:nvPr>
            <p:ph type="title" idx="0"/>
          </p:nvPr>
        </p:nvSpPr>
        <p:spPr>
          <a:xfrm xmlns:a="http://schemas.openxmlformats.org/drawingml/2006/main">
            <a:off x="520454" y="188641"/>
            <a:ext cx="9217024" cy="573984"/>
          </a:xfrm>
          <a:prstGeom xmlns:a="http://schemas.openxmlformats.org/drawingml/2006/main" prst="rect">
            <a:avLst/>
          </a:prstGeom>
        </p:spPr>
        <p:txBody>
          <a:bodyPr xmlns:a="http://schemas.openxmlformats.org/drawingml/2006/main" vert="horz" lIns="0" tIns="0" rIns="0" bIns="72000" anchor="b">
            <a:noAutofit/>
          </a:bodyPr>
          <a:lstStyle xmlns:a="http://schemas.openxmlformats.org/drawingml/2006/main"/>
          <a:p xmlns:a="http://schemas.openxmlformats.org/drawingml/2006/main">
            <a:r>
              <a:t>Click to add topic</a:t>
            </a:r>
          </a:p>
        </p:txBody>
      </p:sp>
      <p:sp>
        <p:nvSpPr>
          <p:cNvPr id="3" name="Textplatzhalter 2">
            <a:extLst xmlns:a="http://schemas.openxmlformats.org/drawingml/2006/main">
              <a:ext uri="{FF2B5EF4-FFF2-40B4-BE49-F238E27FC236}">
                <a16:creationId xmlns:a16="http://schemas.microsoft.com/office/drawing/2014/main" id="{2D319979-7C7D-404C-B174-30979CF435F7}"/>
              </a:ext>
            </a:extLst>
          </p:cNvPr>
          <p:cNvSpPr>
            <a:spLocks xmlns:a="http://schemas.openxmlformats.org/drawingml/2006/main" noGrp="1"/>
          </p:cNvSpPr>
          <p:nvPr>
            <p:ph type="body" idx="1"/>
          </p:nvPr>
        </p:nvSpPr>
        <p:spPr>
          <a:xfrm xmlns:a="http://schemas.openxmlformats.org/drawingml/2006/main">
            <a:off x="520123" y="1485900"/>
            <a:ext cx="11160000" cy="48958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Level 2</a:t>
            </a:r>
          </a:p>
          <a:p xmlns:a="http://schemas.openxmlformats.org/drawingml/2006/main">
            <a:pPr lvl="2">
              <a:buNone/>
            </a:pPr>
            <a:r>
              <a:t>Level 3</a:t>
            </a:r>
          </a:p>
          <a:p xmlns:a="http://schemas.openxmlformats.org/drawingml/2006/main">
            <a:pPr lvl="3">
              <a:buNone/>
            </a:pPr>
            <a:r>
              <a:t>Level 4</a:t>
            </a:r>
          </a:p>
          <a:p xmlns:a="http://schemas.openxmlformats.org/drawingml/2006/main">
            <a:pPr lvl="4">
              <a:buNone/>
            </a:pPr>
            <a:r>
              <a:t>Level 5</a:t>
            </a:r>
          </a:p>
          <a:p xmlns:a="http://schemas.openxmlformats.org/drawingml/2006/main">
            <a:pPr lvl="5">
              <a:buNone/>
            </a:pPr>
            <a:r>
              <a:t>Level 6</a:t>
            </a:r>
          </a:p>
          <a:p xmlns:a="http://schemas.openxmlformats.org/drawingml/2006/main">
            <a:pPr lvl="6">
              <a:buNone/>
            </a:pPr>
            <a:r>
              <a:t>Level 7</a:t>
            </a:r>
          </a:p>
          <a:p xmlns:a="http://schemas.openxmlformats.org/drawingml/2006/main">
            <a:pPr lvl="7">
              <a:buNone/>
            </a:pPr>
            <a:r>
              <a:t>Level 8</a:t>
            </a:r>
          </a:p>
          <a:p xmlns:a="http://schemas.openxmlformats.org/drawingml/2006/main">
            <a:pPr lvl="8">
              <a:buNone/>
            </a:pPr>
            <a:r>
              <a:t>Level 9</a:t>
            </a:r>
          </a:p>
        </p:txBody>
      </p:sp>
      <p:sp>
        <p:nvSpPr>
          <p:cNvPr id="8" name="Gerade Verbindung 7">
            <a:extLst xmlns:a="http://schemas.openxmlformats.org/drawingml/2006/main">
              <a:ext uri="{FF2B5EF4-FFF2-40B4-BE49-F238E27FC236}">
                <a16:creationId xmlns:a16="http://schemas.microsoft.com/office/drawing/2014/main" id="{0C26C41A-776D-4394-8DC1-C39170D59C46}"/>
              </a:ext>
            </a:extLst>
          </p:cNvPr>
          <p:cNvSpPr>
            <a:spLocks xmlns:a="http://schemas.openxmlformats.org/drawingml/2006/main" noGrp="1"/>
          </p:cNvSpPr>
          <p:nvPr/>
        </p:nvSpPr>
        <p:spPr>
          <a:xfrm xmlns:a="http://schemas.openxmlformats.org/drawingml/2006/main" flipV="1">
            <a:off x="11672364" y="466863"/>
            <a:ext cx="0" cy="288925"/>
          </a:xfrm>
          <a:prstGeom xmlns:a="http://schemas.openxmlformats.org/drawingml/2006/main" prst="line">
            <a:avLst/>
          </a:prstGeom>
          <a:ln xmlns:a="http://schemas.openxmlformats.org/drawingml/2006/main">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Footer Placeholder 5">
            <a:extLst xmlns:a="http://schemas.openxmlformats.org/drawingml/2006/main">
              <a:ext uri="{FF2B5EF4-FFF2-40B4-BE49-F238E27FC236}">
                <a16:creationId xmlns:a16="http://schemas.microsoft.com/office/drawing/2014/main" id="{87E6365D-879F-456E-BA75-9647261286BD}"/>
              </a:ext>
            </a:extLst>
          </p:cNvPr>
          <p:cNvSpPr>
            <a:spLocks xmlns:a="http://schemas.openxmlformats.org/drawingml/2006/main" noGrp="1"/>
          </p:cNvSpPr>
          <p:nvPr>
            <p:ph type="ftr" idx="3"/>
          </p:nvPr>
        </p:nvSpPr>
        <p:spPr>
          <a:xfrm xmlns:a="http://schemas.openxmlformats.org/drawingml/2006/main">
            <a:off x="520123" y="6645600"/>
            <a:ext cx="11160000" cy="151200"/>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800">
                <a:solidFill>
                  <a:schemeClr val="bg1">
                    <a:lumMod val="65000"/>
                  </a:schemeClr>
                </a:solidFill>
              </a:defRPr>
            </a:lvl1pPr>
          </a:lstStyle>
          <a:p xmlns:a="http://schemas.openxmlformats.org/drawingml/2006/main">
            <a:r>
              <a:t>For internal use - Confidential</a:t>
            </a:r>
          </a:p>
        </p:txBody>
      </p:sp>
      <p:pic>
        <p:nvPicPr>
          <p:cNvPr id="21" name="Picture 2"/>
          <p:cNvPicPr>
            <a:picLocks xmlns:a="http://schemas.openxmlformats.org/drawingml/2006/main" noChangeAspect="1"/>
          </p:cNvPicPr>
          <p:nvPr/>
        </p:nvPicPr>
        <p:blipFill>
          <a:blip xmlns:r="http://schemas.openxmlformats.org/officeDocument/2006/relationships" xmlns:a="http://schemas.openxmlformats.org/drawingml/2006/main" r:embed="R75a93a21445f4731"/>
          <a:srcRect xmlns:a="http://schemas.openxmlformats.org/drawingml/2006/main" l="0" t="0" r="0" b="0"/>
          <a:stretch xmlns:a="http://schemas.openxmlformats.org/drawingml/2006/main">
            <a:fillRect l="0" t="0" r="0" b="0"/>
          </a:stretch>
        </p:blipFill>
        <p:spPr>
          <a:xfrm xmlns:a="http://schemas.openxmlformats.org/drawingml/2006/main">
            <a:off x="10328725" y="486214"/>
            <a:ext cx="1211262" cy="138113"/>
          </a:xfrm>
          <a:prstGeom xmlns:a="http://schemas.openxmlformats.org/drawingml/2006/main" prst="rect">
            <a:avLst/>
          </a:prstGeom>
          <a:ln xmlns:a="http://schemas.openxmlformats.org/drawingml/2006/main">
            <a:noFill/>
          </a:ln>
        </p:spPr>
      </p:pic>
      <p:sp>
        <p:nvSpPr>
          <p:cNvPr id="13" name="Foliennummernplatzhalter 3">
            <a:extLst xmlns:a="http://schemas.openxmlformats.org/drawingml/2006/main">
              <a:ext uri="{FF2B5EF4-FFF2-40B4-BE49-F238E27FC236}">
                <a16:creationId xmlns:a16="http://schemas.microsoft.com/office/drawing/2014/main" id="{17F9C0D6-3904-4581-8748-E01E8F1D573A}"/>
              </a:ext>
            </a:extLst>
          </p:cNvPr>
          <p:cNvSpPr>
            <a:spLocks xmlns:a="http://schemas.openxmlformats.org/drawingml/2006/main" noGrp="1"/>
          </p:cNvSpPr>
          <p:nvPr>
            <p:ph type="sldNum" idx="4"/>
          </p:nvPr>
        </p:nvSpPr>
        <p:spPr>
          <a:xfrm xmlns:a="http://schemas.openxmlformats.org/drawingml/2006/main">
            <a:off x="11664000" y="327719"/>
            <a:ext cx="528000" cy="432000"/>
          </a:xfrm>
          <a:prstGeom xmlns:a="http://schemas.openxmlformats.org/drawingml/2006/main" prst="rect">
            <a:avLst/>
          </a:prstGeom>
        </p:spPr>
        <p:txBody>
          <a:bodyPr xmlns:a="http://schemas.openxmlformats.org/drawingml/2006/main" vert="horz" lIns="72000" tIns="0" rIns="0" bIns="100800" anchor="b"/>
          <a:lstStyle xmlns:a="http://schemas.openxmlformats.org/drawingml/2006/main">
            <a:lvl1pPr algn="l">
              <a:buNone/>
              <a:defRPr sz="1420">
                <a:solidFill>
                  <a:schemeClr val="bg1"/>
                </a:solidFill>
              </a:defRPr>
            </a:lvl1pPr>
          </a:lstStyle>
          <a:p xmlns:a="http://schemas.openxmlformats.org/drawingml/2006/main">
            <a:fld id="{2B2B68EE-DD1E-4368-AFCE-24A50EC7BF18}"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d0c6c714fd4781"/>
    <p:sldLayoutId xmlns:r="http://schemas.openxmlformats.org/officeDocument/2006/relationships" id="2147483650" r:id="R66a4c2b903304a5a"/>
    <p:sldLayoutId xmlns:r="http://schemas.openxmlformats.org/officeDocument/2006/relationships" id="2147483651" r:id="R7caf47adfda24474"/>
    <p:sldLayoutId xmlns:r="http://schemas.openxmlformats.org/officeDocument/2006/relationships" id="2147483652" r:id="Rf695dd15741d4fc9"/>
    <p:sldLayoutId xmlns:r="http://schemas.openxmlformats.org/officeDocument/2006/relationships" id="2147483653" r:id="R5d0f64c356c14866"/>
    <p:sldLayoutId xmlns:r="http://schemas.openxmlformats.org/officeDocument/2006/relationships" id="2147483654" r:id="R5a701ae62c974f7b"/>
    <p:sldLayoutId xmlns:r="http://schemas.openxmlformats.org/officeDocument/2006/relationships" id="2147483655" r:id="R71a8b14c2b51403a"/>
    <p:sldLayoutId xmlns:r="http://schemas.openxmlformats.org/officeDocument/2006/relationships" id="2147483656" r:id="Rd58e04cbd5df4809"/>
    <p:sldLayoutId xmlns:r="http://schemas.openxmlformats.org/officeDocument/2006/relationships" id="2147483657" r:id="R453f6bf2e3fb4156"/>
    <p:sldLayoutId xmlns:r="http://schemas.openxmlformats.org/officeDocument/2006/relationships" id="2147483658" r:id="R5b5c19005a5b4b0e"/>
    <p:sldLayoutId xmlns:r="http://schemas.openxmlformats.org/officeDocument/2006/relationships" id="2147483659" r:id="Rcf420d2f43f445a3"/>
    <p:sldLayoutId xmlns:r="http://schemas.openxmlformats.org/officeDocument/2006/relationships" id="2147483660" r:id="R415a93de6ed041ba"/>
    <p:sldLayoutId xmlns:r="http://schemas.openxmlformats.org/officeDocument/2006/relationships" id="2147483661" r:id="R9260eeb289bd4daa"/>
    <p:sldLayoutId xmlns:r="http://schemas.openxmlformats.org/officeDocument/2006/relationships" id="2147483662" r:id="R9c23af1fba3b4137"/>
    <p:sldLayoutId xmlns:r="http://schemas.openxmlformats.org/officeDocument/2006/relationships" id="2147483663" r:id="Ra0a44c3f0cf9485a"/>
    <p:sldLayoutId xmlns:r="http://schemas.openxmlformats.org/officeDocument/2006/relationships" id="2147483664" r:id="R144d3ff7c29a41a1"/>
    <p:sldLayoutId xmlns:r="http://schemas.openxmlformats.org/officeDocument/2006/relationships" id="2147483665" r:id="R38c9ead398b846a8"/>
    <p:sldLayoutId xmlns:r="http://schemas.openxmlformats.org/officeDocument/2006/relationships" id="2147483666" r:id="Rc96d20914c6547bd"/>
    <p:sldLayoutId xmlns:r="http://schemas.openxmlformats.org/officeDocument/2006/relationships" id="2147483667" r:id="Re31e69f480d24a15"/>
    <p:sldLayoutId xmlns:r="http://schemas.openxmlformats.org/officeDocument/2006/relationships" id="2147483668" r:id="Rebc2d53ded3343b3"/>
    <p:sldLayoutId xmlns:r="http://schemas.openxmlformats.org/officeDocument/2006/relationships" id="2147483669" r:id="R3e5ff20d84804f9d"/>
    <p:sldLayoutId xmlns:r="http://schemas.openxmlformats.org/officeDocument/2006/relationships" id="2147483670" r:id="R7c18377e5b4f442b"/>
    <p:sldLayoutId xmlns:r="http://schemas.openxmlformats.org/officeDocument/2006/relationships" id="2147483671" r:id="R2e3ca5f56ea34de0"/>
    <p:sldLayoutId xmlns:r="http://schemas.openxmlformats.org/officeDocument/2006/relationships" id="2147483672" r:id="Ra9f56280c8874a6f"/>
    <p:sldLayoutId xmlns:r="http://schemas.openxmlformats.org/officeDocument/2006/relationships" id="2147483673" r:id="R129ea57ce1b04d56"/>
  </p:sldLayoutIdLst>
  <p:hf hdr="0" dt="0"/>
  <p:txStyles>
    <p:titleStyle>
      <a:lvl1pPr xmlns:a="http://schemas.openxmlformats.org/drawingml/2006/main" algn="l" defTabSz="914400">
        <a:lnSpc>
          <a:spcPts val="2600"/>
        </a:lnSpc>
        <a:spcBef>
          <a:spcPct val="0"/>
        </a:spcBef>
        <a:buNone/>
        <a:defRPr sz="2400" kern="1200">
          <a:solidFill>
            <a:schemeClr val="bg1"/>
          </a:solidFill>
          <a:latin typeface="+mj-lt"/>
          <a:ea typeface="+mj-lt"/>
          <a:cs typeface="+mj-lt"/>
        </a:defRPr>
      </a:lvl1pPr>
      <a:lvl2pPr xmlns:a="http://schemas.openxmlformats.org/drawingml/2006/main">
        <a:buNone/>
        <a:defRPr>
          <a:solidFill>
            <a:schemeClr val="tx2"/>
          </a:solidFill>
        </a:defRPr>
      </a:lvl2pPr>
      <a:lvl3pPr xmlns:a="http://schemas.openxmlformats.org/drawingml/2006/main">
        <a:buNone/>
        <a:defRPr>
          <a:solidFill>
            <a:schemeClr val="tx2"/>
          </a:solidFill>
        </a:defRPr>
      </a:lvl3pPr>
      <a:lvl4pPr xmlns:a="http://schemas.openxmlformats.org/drawingml/2006/main">
        <a:buNone/>
        <a:defRPr>
          <a:solidFill>
            <a:schemeClr val="tx2"/>
          </a:solidFill>
        </a:defRPr>
      </a:lvl4pPr>
      <a:lvl5pPr xmlns:a="http://schemas.openxmlformats.org/drawingml/2006/main">
        <a:buNone/>
        <a:defRPr>
          <a:solidFill>
            <a:schemeClr val="tx2"/>
          </a:solidFill>
        </a:defRPr>
      </a:lvl5pPr>
      <a:lvl6pPr xmlns:a="http://schemas.openxmlformats.org/drawingml/2006/main">
        <a:buNone/>
        <a:defRPr>
          <a:solidFill>
            <a:schemeClr val="tx2"/>
          </a:solidFill>
        </a:defRPr>
      </a:lvl6pPr>
      <a:lvl7pPr xmlns:a="http://schemas.openxmlformats.org/drawingml/2006/main">
        <a:buNone/>
        <a:defRPr>
          <a:solidFill>
            <a:schemeClr val="tx2"/>
          </a:solidFill>
        </a:defRPr>
      </a:lvl7pPr>
      <a:lvl8pPr xmlns:a="http://schemas.openxmlformats.org/drawingml/2006/main">
        <a:buNone/>
        <a:defRPr>
          <a:solidFill>
            <a:schemeClr val="tx2"/>
          </a:solidFill>
        </a:defRPr>
      </a:lvl8pPr>
      <a:lvl9pPr xmlns:a="http://schemas.openxmlformats.org/drawingml/2006/main">
        <a:buNone/>
        <a:defRPr>
          <a:solidFill>
            <a:schemeClr val="tx2"/>
          </a:solidFill>
        </a:defRPr>
      </a:lvl9pPr>
    </p:titleStyle>
    <p:bodyStyle>
      <a:lvl1pPr xmlns:a="http://schemas.openxmlformats.org/drawingml/2006/main" marL="179388" indent="-179388" algn="l" defTabSz="914400">
        <a:spcBef>
          <a:spcPts val="400"/>
        </a:spcBef>
        <a:spcAft>
          <a:spcPts val="600"/>
        </a:spcAft>
        <a:buClr>
          <a:schemeClr val="accent1"/>
        </a:buClr>
        <a:buFont typeface="Wingdings"/>
        <a:buChar char="§"/>
        <a:defRPr sz="1600" kern="1200" baseline="0">
          <a:solidFill>
            <a:schemeClr val="tx1"/>
          </a:solidFill>
          <a:latin typeface="+mn-lt"/>
          <a:ea typeface="+mn-lt"/>
          <a:cs typeface="+mn-lt"/>
        </a:defRPr>
      </a:lvl1pPr>
      <a:lvl2pPr xmlns:a="http://schemas.openxmlformats.org/drawingml/2006/main" marL="358775" indent="-179388"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2pPr>
      <a:lvl3pPr xmlns:a="http://schemas.openxmlformats.org/drawingml/2006/main" marL="541338" indent="-184150"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3pPr>
      <a:lvl4pPr xmlns:a="http://schemas.openxmlformats.org/drawingml/2006/main" marL="715963" indent="-174625"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4pPr>
      <a:lvl5pPr xmlns:a="http://schemas.openxmlformats.org/drawingml/2006/main" marL="715963" indent="182563"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5pPr>
      <a:lvl6pPr xmlns:a="http://schemas.openxmlformats.org/drawingml/2006/main" marL="1073150" indent="-174625"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6pPr>
      <a:lvl7pPr xmlns:a="http://schemas.openxmlformats.org/drawingml/2006/main" marL="1255713" indent="-182563"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7pPr>
      <a:lvl8pPr xmlns:a="http://schemas.openxmlformats.org/drawingml/2006/main" marL="1431925" indent="-176213"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8pPr>
      <a:lvl9pPr xmlns:a="http://schemas.openxmlformats.org/drawingml/2006/main" marL="1614488" indent="-182563" algn="l" defTabSz="914400">
        <a:spcBef>
          <a:spcPts val="0"/>
        </a:spcBef>
        <a:spcAft>
          <a:spcPts val="400"/>
        </a:spcAft>
        <a:buClr>
          <a:schemeClr val="accent1"/>
        </a:buClr>
        <a:buFont typeface="Arial"/>
        <a:buChar char="-"/>
        <a:defRPr sz="1600" kern="1200">
          <a:solidFill>
            <a:schemeClr val="tx1"/>
          </a:solidFill>
          <a:latin typeface="+mn-lt"/>
          <a:ea typeface="+mn-lt"/>
          <a:cs typeface="+mn-lt"/>
        </a:defRPr>
      </a:lvl9pPr>
    </p:bodyStyle>
    <p:otherStyle>
      <a:lvl1pPr xmlns:a="http://schemas.openxmlformats.org/drawingml/2006/main" marL="0" algn="l" defTabSz="914400">
        <a:buNone/>
        <a:defRPr sz="1400" kern="1200">
          <a:solidFill>
            <a:schemeClr val="tx1"/>
          </a:solidFill>
          <a:latin typeface="+mn-lt"/>
          <a:ea typeface="+mn-lt"/>
          <a:cs typeface="+mn-lt"/>
        </a:defRPr>
      </a:lvl1pPr>
      <a:lvl2pPr xmlns:a="http://schemas.openxmlformats.org/drawingml/2006/main" marL="457200" algn="l" defTabSz="914400">
        <a:buNone/>
        <a:defRPr sz="1400" kern="1200">
          <a:solidFill>
            <a:schemeClr val="tx1"/>
          </a:solidFill>
          <a:latin typeface="+mn-lt"/>
          <a:ea typeface="+mn-lt"/>
          <a:cs typeface="+mn-lt"/>
        </a:defRPr>
      </a:lvl2pPr>
      <a:lvl3pPr xmlns:a="http://schemas.openxmlformats.org/drawingml/2006/main" marL="914400" algn="l" defTabSz="914400">
        <a:buNone/>
        <a:defRPr sz="1400" kern="1200">
          <a:solidFill>
            <a:schemeClr val="tx1"/>
          </a:solidFill>
          <a:latin typeface="+mn-lt"/>
          <a:ea typeface="+mn-lt"/>
          <a:cs typeface="+mn-lt"/>
        </a:defRPr>
      </a:lvl3pPr>
      <a:lvl4pPr xmlns:a="http://schemas.openxmlformats.org/drawingml/2006/main" marL="1371600" algn="l" defTabSz="914400">
        <a:buNone/>
        <a:defRPr sz="1400" kern="1200">
          <a:solidFill>
            <a:schemeClr val="tx1"/>
          </a:solidFill>
          <a:latin typeface="+mn-lt"/>
          <a:ea typeface="+mn-lt"/>
          <a:cs typeface="+mn-lt"/>
        </a:defRPr>
      </a:lvl4pPr>
      <a:lvl5pPr xmlns:a="http://schemas.openxmlformats.org/drawingml/2006/main" marL="1828800" algn="l" defTabSz="914400">
        <a:buNone/>
        <a:defRPr sz="1400" kern="1200">
          <a:solidFill>
            <a:schemeClr val="tx1"/>
          </a:solidFill>
          <a:latin typeface="+mn-lt"/>
          <a:ea typeface="+mn-lt"/>
          <a:cs typeface="+mn-lt"/>
        </a:defRPr>
      </a:lvl5pPr>
      <a:lvl6pPr xmlns:a="http://schemas.openxmlformats.org/drawingml/2006/main" marL="2286000" algn="l" defTabSz="914400">
        <a:buNone/>
        <a:defRPr sz="14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400" kern="1200">
          <a:solidFill>
            <a:schemeClr val="tx1"/>
          </a:solidFill>
          <a:latin typeface="+mn-lt"/>
          <a:ea typeface="+mn-lt"/>
          <a:cs typeface="+mn-lt"/>
        </a:defRPr>
      </a:lvl8pPr>
      <a:lvl9pPr xmlns:a="http://schemas.openxmlformats.org/drawingml/2006/main" marL="3657600" algn="l" defTabSz="914400">
        <a:buNone/>
        <a:defRPr sz="14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pos="325" userDrawn="1">
          <p15:clr>
            <a:srgbClr xmlns:a="http://schemas.openxmlformats.org/drawingml/2006/main" val="F26B43"/>
          </p15:clr>
        </p15:guide>
        <p15:guide id="4" pos="7355" userDrawn="1">
          <p15:clr>
            <a:srgbClr xmlns:a="http://schemas.openxmlformats.org/drawingml/2006/main" val="F26B43"/>
          </p15:clr>
        </p15:guide>
      </p15:sldGuideLst>
    </p:ext>
  </p:extLst>
</p:sldMaster>
</file>

<file path=ppt/slideMasters/slideMaster2.xml><?xml version="1.0" encoding="utf-8"?>
<p:sldMaster xmlns:p="http://schemas.openxmlformats.org/presentationml/2006/main">
  <p:cSld name="MT Corporate Master">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5" r:id="R3a8e9a7207e14dd3"/>
    <p:sldLayoutId xmlns:r="http://schemas.openxmlformats.org/officeDocument/2006/relationships" id="2147483676" r:id="R3ee83996b52644c5"/>
    <p:sldLayoutId xmlns:r="http://schemas.openxmlformats.org/officeDocument/2006/relationships" id="2147483677" r:id="Rcf47afede322411d"/>
    <p:sldLayoutId xmlns:r="http://schemas.openxmlformats.org/officeDocument/2006/relationships" id="2147483678" r:id="Re5ac2db4298f4f06"/>
    <p:sldLayoutId xmlns:r="http://schemas.openxmlformats.org/officeDocument/2006/relationships" id="2147483679" r:id="R2372d7508e1c43be"/>
    <p:sldLayoutId xmlns:r="http://schemas.openxmlformats.org/officeDocument/2006/relationships" id="2147483680" r:id="R9c0ba79a8aed4a13"/>
  </p:sldLayoutIdLst>
  <p:txStyles>
    <p:titleStyle>
      <a:lvl1pPr xmlns:a="http://schemas.openxmlformats.org/drawingml/2006/main" algn="ctr" defTabSz="457200">
        <a:spcBef>
          <a:spcPct val="0"/>
        </a:spcBef>
        <a:buNone/>
        <a:defRPr sz="315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18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17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16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145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135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125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11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1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9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700" kern="1200">
          <a:solidFill>
            <a:schemeClr val="tx1"/>
          </a:solidFill>
          <a:latin typeface="+mn-lt"/>
          <a:ea typeface="+mn-lt"/>
          <a:cs typeface="+mn-lt"/>
        </a:defRPr>
      </a:lvl2pPr>
      <a:lvl3pPr xmlns:a="http://schemas.openxmlformats.org/drawingml/2006/main" marL="914400" algn="l" defTabSz="457200">
        <a:buNone/>
        <a:defRPr sz="1600" kern="1200">
          <a:solidFill>
            <a:schemeClr val="tx1"/>
          </a:solidFill>
          <a:latin typeface="+mn-lt"/>
          <a:ea typeface="+mn-lt"/>
          <a:cs typeface="+mn-lt"/>
        </a:defRPr>
      </a:lvl3pPr>
      <a:lvl4pPr xmlns:a="http://schemas.openxmlformats.org/drawingml/2006/main" marL="1371600" algn="l" defTabSz="457200">
        <a:buNone/>
        <a:defRPr sz="1450" kern="1200">
          <a:solidFill>
            <a:schemeClr val="tx1"/>
          </a:solidFill>
          <a:latin typeface="+mn-lt"/>
          <a:ea typeface="+mn-lt"/>
          <a:cs typeface="+mn-lt"/>
        </a:defRPr>
      </a:lvl4pPr>
      <a:lvl5pPr xmlns:a="http://schemas.openxmlformats.org/drawingml/2006/main" marL="1828800" algn="l" defTabSz="457200">
        <a:buNone/>
        <a:defRPr sz="1350" kern="1200">
          <a:solidFill>
            <a:schemeClr val="tx1"/>
          </a:solidFill>
          <a:latin typeface="+mn-lt"/>
          <a:ea typeface="+mn-lt"/>
          <a:cs typeface="+mn-lt"/>
        </a:defRPr>
      </a:lvl5pPr>
      <a:lvl6pPr xmlns:a="http://schemas.openxmlformats.org/drawingml/2006/main" marL="2286000" algn="l" defTabSz="457200">
        <a:buNone/>
        <a:defRPr sz="1250" kern="1200">
          <a:solidFill>
            <a:schemeClr val="tx1"/>
          </a:solidFill>
          <a:latin typeface="+mn-lt"/>
          <a:ea typeface="+mn-lt"/>
          <a:cs typeface="+mn-lt"/>
        </a:defRPr>
      </a:lvl6pPr>
      <a:lvl7pPr xmlns:a="http://schemas.openxmlformats.org/drawingml/2006/main" marL="2743200" algn="l" defTabSz="457200">
        <a:buNone/>
        <a:defRPr sz="1100" kern="1200">
          <a:solidFill>
            <a:schemeClr val="tx1"/>
          </a:solidFill>
          <a:latin typeface="+mn-lt"/>
          <a:ea typeface="+mn-lt"/>
          <a:cs typeface="+mn-lt"/>
        </a:defRPr>
      </a:lvl7pPr>
      <a:lvl8pPr xmlns:a="http://schemas.openxmlformats.org/drawingml/2006/main" marL="3200400" algn="l" defTabSz="457200">
        <a:buNone/>
        <a:defRPr sz="1000" kern="1200">
          <a:solidFill>
            <a:schemeClr val="tx1"/>
          </a:solidFill>
          <a:latin typeface="+mn-lt"/>
          <a:ea typeface="+mn-lt"/>
          <a:cs typeface="+mn-lt"/>
        </a:defRPr>
      </a:lvl8pPr>
      <a:lvl9pPr xmlns:a="http://schemas.openxmlformats.org/drawingml/2006/main" marL="3657600" algn="l" defTabSz="457200">
        <a:buNone/>
        <a:defRPr sz="9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lank Final 2023-03-23">
  <a:themeElements>
    <a:clrScheme name="METTLER TOLEDO">
      <a:dk1>
        <a:srgbClr val="004696"/>
      </a:dk1>
      <a:lt1>
        <a:srgbClr val="FFFFFF"/>
      </a:lt1>
      <a:dk2>
        <a:srgbClr val="FFFFFF"/>
      </a:dk2>
      <a:lt2>
        <a:srgbClr val="3399FF"/>
      </a:lt2>
      <a:accent1>
        <a:srgbClr val="56A410"/>
      </a:accent1>
      <a:accent2>
        <a:srgbClr val="004696"/>
      </a:accent2>
      <a:accent3>
        <a:srgbClr val="3399FF"/>
      </a:accent3>
      <a:accent4>
        <a:srgbClr val="97CBFF"/>
      </a:accent4>
      <a:accent5>
        <a:srgbClr val="BEF38E"/>
      </a:accent5>
      <a:accent6>
        <a:srgbClr val="E69400"/>
      </a:accent6>
      <a:hlink>
        <a:srgbClr val="004696"/>
      </a:hlink>
      <a:folHlink>
        <a:srgbClr val="97CBFF"/>
      </a:folHlink>
    </a:clrScheme>
    <a:fontScheme name="Arial-Font">
      <a:majorFont>
        <a:latin typeface="Arial"/>
        <a:ea typeface=""/>
        <a:cs typeface=""/>
      </a:majorFont>
      <a:minorFont>
        <a:latin typeface="Arial"/>
        <a:ea typeface=""/>
        <a:cs typeface=""/>
      </a:minorFont>
    </a:fontScheme>
    <a:fmtScheme name="METTLER TOLEDO">
      <a:fillStyleLst>
        <a:solidFill>
          <a:schemeClr val="phClr"/>
        </a:solidFill>
        <a:solidFill>
          <a:schemeClr val="phClr"/>
        </a:solidFill>
        <a:gradFill>
          <a:gsLst>
            <a:gs pos="0">
              <a:schemeClr val="phClr">
                <a:tint val="100000"/>
                <a:shade val="50000"/>
                <a:satMod val="130000"/>
              </a:schemeClr>
            </a:gs>
            <a:gs pos="80000">
              <a:schemeClr val="phClr">
                <a:tint val="100000"/>
                <a:shade val="90000"/>
                <a:satMod val="130000"/>
                <a:alpha val="100000"/>
              </a:schemeClr>
            </a:gs>
            <a:gs pos="100000">
              <a:schemeClr val="phClr">
                <a:tint val="100000"/>
                <a:shade val="100000"/>
                <a:satMod val="130000"/>
                <a:alpha val="100000"/>
              </a:schemeClr>
            </a:gs>
          </a:gsLst>
          <a:lin ang="16200000" scaled="1"/>
        </a:gradFill>
      </a:fillStyleLst>
      <a:lnStyleLst>
        <a:ln w="6350">
          <a:solidFill>
            <a:schemeClr val="phClr">
              <a:satMod val="150000"/>
            </a:schemeClr>
          </a:solidFill>
          <a:prstDash val="solid"/>
        </a:ln>
        <a:ln w="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40005" dist="25400" dir="5400000" algn="bl"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theme>
</file>

<file path=ppt/slideMasters/theme/theme3.xml><?xml version="1.0" encoding="utf-8"?>
<a:theme xmlns:a="http://schemas.openxmlformats.org/drawingml/2006/main" name="Office Theme">
  <a:themeElements>
    <a:clrScheme name="PPT Master">
      <a:dk1>
        <a:srgbClr val="1F2937"/>
      </a:dk1>
      <a:lt1>
        <a:srgbClr val="FFFFFF"/>
      </a:lt1>
      <a:dk2>
        <a:srgbClr val="1F497D"/>
      </a:dk2>
      <a:lt2>
        <a:srgbClr val="FFFFFF"/>
      </a:lt2>
      <a:accent1>
        <a:srgbClr val="004696"/>
      </a:accent1>
      <a:accent2>
        <a:srgbClr val="56A410"/>
      </a:accent2>
      <a:accent3>
        <a:srgbClr val="3399FF"/>
      </a:accent3>
      <a:accent4>
        <a:srgbClr val="004696"/>
      </a:accent4>
      <a:accent5>
        <a:srgbClr val="F4F8FC"/>
      </a:accent5>
      <a:accent6>
        <a:srgbClr val="F79646"/>
      </a:accent6>
      <a:hlink>
        <a:srgbClr val="56A410"/>
      </a:hlink>
      <a:folHlink>
        <a:srgbClr val="3399FF"/>
      </a:folHlink>
    </a:clrScheme>
    <a:fontScheme name="PPT Master">
      <a:majorFont>
        <a:latin typeface="Heiti SC"/>
        <a:ea typeface="Microsoft YaHei"/>
        <a:cs typeface="Heiti SC"/>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eiti SC"/>
        <a:ea typeface="Microsoft YaHei"/>
        <a:cs typeface="Heiti SC"/>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 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31aae5318e4919" /><Relationship Type="http://schemas.openxmlformats.org/officeDocument/2006/relationships/notesSlide" Target="/ppt/notesSlides/notesSlide1.xml" Id="Rd67f71f81d3449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6e385ea505e6438a" /><Relationship Type="http://schemas.openxmlformats.org/officeDocument/2006/relationships/image" Target="/ppt/media/image.gif" Id="Rb8d3995ab9ed468b" /><Relationship Type="http://schemas.openxmlformats.org/officeDocument/2006/relationships/notesSlide" Target="/ppt/notesSlides/notesSlide2.xml" Id="Rc6ea3d46944a4c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8.xml" Id="R2a5b3c54940b4dd1" /><Relationship Type="http://schemas.openxmlformats.org/officeDocument/2006/relationships/notesSlide" Target="/ppt/notesSlides/notesSlide3.xml" Id="R7f7e68aad27947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8.xml" Id="R070adfc76efa4b44" /><Relationship Type="http://schemas.openxmlformats.org/officeDocument/2006/relationships/notesSlide" Target="/ppt/notesSlides/notesSlide4.xml" Id="R810effa69e5642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9.xml" Id="R4c99d36c7ab14dfb" /><Relationship Type="http://schemas.openxmlformats.org/officeDocument/2006/relationships/notesSlide" Target="/ppt/notesSlides/notesSlide5.xml" Id="Ra8017ff15a5442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9.xml" Id="R9fbe4c1d91ef4c54" /><Relationship Type="http://schemas.openxmlformats.org/officeDocument/2006/relationships/image" Target="/ppt/media/image.jpeg" Id="R5dd2e2ef67184c6b" /><Relationship Type="http://schemas.openxmlformats.org/officeDocument/2006/relationships/image" Target="/ppt/media/image2.jpeg" Id="R6c48e2332e794ba8" /><Relationship Type="http://schemas.openxmlformats.org/officeDocument/2006/relationships/notesSlide" Target="/ppt/notesSlides/notesSlide6.xml" Id="Rf5d2dc9241e645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9.xml" Id="R619eefd00d834269" /><Relationship Type="http://schemas.openxmlformats.org/officeDocument/2006/relationships/notesSlide" Target="/ppt/notesSlides/notesSlide7.xml" Id="Rdbda6294f30848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30.xml" Id="Rac1547ab93134c76" /><Relationship Type="http://schemas.openxmlformats.org/officeDocument/2006/relationships/notesSlide" Target="/ppt/notesSlides/notesSlide8.xml" Id="R7b9ce2e72ee34e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1.xml" Id="R5428fff8280f40d8" /><Relationship Type="http://schemas.openxmlformats.org/officeDocument/2006/relationships/image" Target="/ppt/media/image3.jpeg" Id="R00d91032e6324f40" /><Relationship Type="http://schemas.openxmlformats.org/officeDocument/2006/relationships/image" Target="/ppt/media/image4.jpeg" Id="R1dfd512cbbaa4982" /><Relationship Type="http://schemas.openxmlformats.org/officeDocument/2006/relationships/notesSlide" Target="/ppt/notesSlides/notesSlide9.xml" Id="R6e340b81b9b645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0.xml" Id="R657152e4e1be4658" /><Relationship Type="http://schemas.openxmlformats.org/officeDocument/2006/relationships/notesSlide" Target="/ppt/notesSlides/notesSlide10.xml" Id="R5fea04a9cf4047d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tangle 3" hidden="1">
            <a:extLst xmlns:a="http://schemas.openxmlformats.org/drawingml/2006/main">
              <a:ext uri="{FF2B5EF4-FFF2-40B4-BE49-F238E27FC236}">
                <a16:creationId xmlns:a16="http://schemas.microsoft.com/office/drawing/2014/main" id="{07379C8D-F339-41A5-B9B5-A11FEF76E348}"/>
              </a:ext>
            </a:extLst>
          </p:cNvPr>
          <p:cNvSpPr>
            <a:spLocks xmlns:a="http://schemas.openxmlformats.org/drawingml/2006/main" noGrp="1"/>
          </p:cNvSpPr>
          <p:nvPr/>
        </p:nvSpPr>
        <p:spPr>
          <a:xfrm xmlns:a="http://schemas.openxmlformats.org/drawingml/2006/main">
            <a:off x="0" y="0"/>
            <a:ext cx="158750" cy="15875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none" lIns="0" tIns="0" rIns="0" bIns="0"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832F2CDA-5389-433B-9CF3-A63544C7335C}"/>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办公楼改造电梯报价评审</a:t>
            </a:r>
          </a:p>
        </p:txBody>
      </p:sp>
      <p:sp>
        <p:nvSpPr>
          <p:cNvPr id="3" name="Subtitle 2">
            <a:extLst xmlns:a="http://schemas.openxmlformats.org/drawingml/2006/main">
              <a:ext uri="{FF2B5EF4-FFF2-40B4-BE49-F238E27FC236}">
                <a16:creationId xmlns:a16="http://schemas.microsoft.com/office/drawing/2014/main" id="{EE066626-4916-4F32-A372-9D8E67F955F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梅特勒-托利多（常州）</a:t>
            </a:r>
          </a:p>
          <a:p xmlns:a="http://schemas.openxmlformats.org/drawingml/2006/main">
            <a:r>
              <a:t>2026年6月26日</a:t>
            </a:r>
          </a:p>
        </p:txBody>
      </p:sp>
    </p:spTree>
    <p:extLst>
      <p:ext uri="{BB962C8B-B14F-4D97-AF65-F5344CB8AC3E}">
        <p14:creationId xmlns:p14="http://schemas.microsoft.com/office/powerpoint/2010/main" val="19625720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Gleichschenkliges Dreieck 3">
            <a:extLst xmlns:a="http://schemas.openxmlformats.org/drawingml/2006/main">
              <a:ext uri="{FF2B5EF4-FFF2-40B4-BE49-F238E27FC236}">
                <a16:creationId xmlns:a16="http://schemas.microsoft.com/office/drawing/2014/main" id="{D8229FDB-246B-45E4-9755-55B773629277}"/>
              </a:ext>
            </a:extLst>
          </p:cNvPr>
          <p:cNvSpPr>
            <a:spLocks xmlns:a="http://schemas.openxmlformats.org/drawingml/2006/main" noGrp="1"/>
          </p:cNvSpPr>
          <p:nvPr/>
        </p:nvSpPr>
        <p:spPr>
          <a:xfrm xmlns:a="http://schemas.openxmlformats.org/drawingml/2006/main" rot="16200000" flipH="0" flipV="0">
            <a:off x="12335904" y="1623636"/>
            <a:ext cx="287874" cy="216029"/>
          </a:xfrm>
          <a:prstGeom xmlns:a="http://schemas.openxmlformats.org/drawingml/2006/main" prst="triangl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hteck 19">
            <a:extLst xmlns:a="http://schemas.openxmlformats.org/drawingml/2006/main">
              <a:ext uri="{FF2B5EF4-FFF2-40B4-BE49-F238E27FC236}">
                <a16:creationId xmlns:a16="http://schemas.microsoft.com/office/drawing/2014/main" id="{1F24511D-357C-4A37-8ACE-B1FEE3E8DADE}"/>
              </a:ext>
            </a:extLst>
          </p:cNvPr>
          <p:cNvSpPr>
            <a:spLocks xmlns:a="http://schemas.openxmlformats.org/drawingml/2006/main" noGrp="1"/>
          </p:cNvSpPr>
          <p:nvPr/>
        </p:nvSpPr>
        <p:spPr>
          <a:xfrm xmlns:a="http://schemas.openxmlformats.org/drawingml/2006/main" rot="0" flipH="0" flipV="0">
            <a:off x="1198012" y="1485900"/>
            <a:ext cx="10501811" cy="491500"/>
          </a:xfrm>
          <a:prstGeom xmlns:a="http://schemas.openxmlformats.org/drawingml/2006/main" prst="rect">
            <a:avLst/>
          </a:prstGeom>
          <a:solidFill xmlns:a="http://schemas.openxmlformats.org/drawingml/2006/main">
            <a:schemeClr val="bg2">
              <a:lumMod val="60000"/>
              <a:lumOff val="4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r">
              <a:buNone/>
            </a:pPr>
          </a:p>
        </p:txBody>
      </p:sp>
      <p:sp>
        <p:nvSpPr>
          <p:cNvPr id="16" name="Rechteck 15">
            <a:extLst xmlns:a="http://schemas.openxmlformats.org/drawingml/2006/main">
              <a:ext uri="{FF2B5EF4-FFF2-40B4-BE49-F238E27FC236}">
                <a16:creationId xmlns:a16="http://schemas.microsoft.com/office/drawing/2014/main" id="{BA66111A-1364-4D28-8EA3-48A761554911}"/>
              </a:ext>
            </a:extLst>
          </p:cNvPr>
          <p:cNvSpPr>
            <a:spLocks xmlns:a="http://schemas.openxmlformats.org/drawingml/2006/main" noGrp="1"/>
          </p:cNvSpPr>
          <p:nvPr/>
        </p:nvSpPr>
        <p:spPr>
          <a:xfrm xmlns:a="http://schemas.openxmlformats.org/drawingml/2006/main" rot="0" flipH="0" flipV="0">
            <a:off x="12637325" y="1531740"/>
            <a:ext cx="936130" cy="39982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36000" bIns="0" anchor="ctr"/>
          <a:lstStyle xmlns:a="http://schemas.openxmlformats.org/drawingml/2006/main"/>
          <a:p xmlns:a="http://schemas.openxmlformats.org/drawingml/2006/main">
            <a:r>
              <a:rPr sz="800">
                <a:solidFill>
                  <a:schemeClr val="tx1"/>
                </a:solidFill>
              </a:rPr>
              <a:t>To shift Highlight</a:t>
            </a:r>
          </a:p>
          <a:p xmlns:a="http://schemas.openxmlformats.org/drawingml/2006/main">
            <a:r>
              <a:rPr sz="800">
                <a:solidFill>
                  <a:schemeClr val="tx1"/>
                </a:solidFill>
              </a:rPr>
              <a:t>Click the arrow, press shift key and move top or bottom</a:t>
            </a:r>
          </a:p>
        </p:txBody>
      </p:sp>
      <p:sp>
        <p:nvSpPr>
          <p:cNvPr id="2" name="Titel 1">
            <a:extLst xmlns:a="http://schemas.openxmlformats.org/drawingml/2006/main">
              <a:ext uri="{FF2B5EF4-FFF2-40B4-BE49-F238E27FC236}">
                <a16:creationId xmlns:a16="http://schemas.microsoft.com/office/drawing/2014/main" id="{1679F21F-0536-4801-946B-051B54014D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报价评审目录</a:t>
            </a:r>
          </a:p>
        </p:txBody>
      </p:sp>
      <p:sp>
        <p:nvSpPr>
          <p:cNvPr id="14" name="Slide Number Placeholder 13">
            <a:extLst xmlns:a="http://schemas.openxmlformats.org/drawingml/2006/main">
              <a:ext uri="{FF2B5EF4-FFF2-40B4-BE49-F238E27FC236}">
                <a16:creationId xmlns:a16="http://schemas.microsoft.com/office/drawing/2014/main" id="{B20283C2-AA97-4349-9E85-87D095DABF9E}"/>
              </a:ext>
            </a:extLst>
          </p:cNvPr>
          <p:cNvSpPr>
            <a:spLocks xmlns:a="http://schemas.openxmlformats.org/drawingml/2006/main" noGrp="1"/>
          </p:cNvSpPr>
          <p:nvPr>
            <p:ph type="sldNum" idx="100"/>
          </p:nvPr>
        </p:nvSpPr>
        <p:spPr/>
        <p:txBody>
          <a:bodyPr xmlns:a="http://schemas.openxmlformats.org/drawingml/2006/main"/>
          <a:lstStyle xmlns:a="http://schemas.openxmlformats.org/drawingml/2006/main"/>
          <a:p xmlns:a="http://schemas.openxmlformats.org/drawingml/2006/main">
            <a:fld id="{2B2B68EE-DD1E-4368-AFCE-24A50EC7BF18}" type="slidenum">
              <a:t>2</a:t>
            </a:fld>
          </a:p>
        </p:txBody>
      </p:sp>
      <p:sp>
        <p:nvSpPr>
          <p:cNvPr id="13" name="Footer Placeholder 12">
            <a:extLst xmlns:a="http://schemas.openxmlformats.org/drawingml/2006/main">
              <a:ext uri="{FF2B5EF4-FFF2-40B4-BE49-F238E27FC236}">
                <a16:creationId xmlns:a16="http://schemas.microsoft.com/office/drawing/2014/main" id="{D666B9F6-814E-4A69-942F-D53F19F11EF8}"/>
              </a:ext>
            </a:extLst>
          </p:cNvPr>
          <p:cNvSpPr>
            <a:spLocks xmlns:a="http://schemas.openxmlformats.org/drawingml/2006/main" noGrp="1"/>
          </p:cNvSpPr>
          <p:nvPr>
            <p:ph type="ftr" idx="3"/>
          </p:nvPr>
        </p:nvSpPr>
        <p:spPr>
          <a:xfrm xmlns:a="http://schemas.openxmlformats.org/drawingml/2006/main">
            <a:off x="527050" y="6645600"/>
            <a:ext cx="11137900" cy="1512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For internal use - Confidential</a:t>
            </a:r>
          </a:p>
        </p:txBody>
      </p:sp>
      <p:graphicFrame>
        <p:nvGraphicFramePr>
          <p:cNvPr id="28" name="Inhaltsplatzhalter 7"/>
          <p:cNvGraphicFramePr/>
          <p:nvPr/>
        </p:nvGraphicFramePr>
        <p:xfrm>
          <a:off xmlns:a="http://schemas.openxmlformats.org/drawingml/2006/main" x="497066" y="1477762"/>
          <a:ext xmlns:a="http://schemas.openxmlformats.org/drawingml/2006/main" cx="11202757" cy="4536000"/>
        </p:xfrm>
        <a:graphic xmlns:a="http://schemas.openxmlformats.org/drawingml/2006/main">
          <a:graphicData uri="http://schemas.openxmlformats.org/drawingml/2006/table">
            <a:tbl>
              <a:tblPr firstRow="1" firstCol="1" bandRow="1">
                <a:solidFill>
                  <a:srgbClr val="FFFFFF">
                    <a:alpha val="20000"/>
                  </a:srgbClr>
                </a:solidFill>
              </a:tblPr>
              <a:tblGrid>
                <a:gridCol w="676310"/>
                <a:gridCol w="10526447"/>
              </a:tblGrid>
              <a:tr h="504000">
                <a:tc>
                  <a:txBody>
                    <a:bodyPr/>
                    <a:lstStyle/>
                    <a:p>
                      <a:pPr algn="ctr">
                        <a:buNone/>
                      </a:pPr>
                      <a:r>
                        <a:rPr sz="1600" b="1">
                          <a:solidFill>
                            <a:schemeClr val="bg1"/>
                          </a:solidFill>
                        </a:rPr>
                        <a:t>1</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r>
                        <a:t>报价评审结论</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marL="0" marR="0" indent="0" algn="ctr" defTabSz="914400">
                        <a:lnSpc>
                          <a:spcPct val="100000"/>
                        </a:lnSpc>
                        <a:spcBef>
                          <a:spcPts val="0"/>
                        </a:spcBef>
                        <a:spcAft>
                          <a:spcPts val="0"/>
                        </a:spcAft>
                        <a:buClrTx/>
                        <a:buSzTx/>
                        <a:buFontTx/>
                        <a:buNone/>
                      </a:pPr>
                      <a:r>
                        <a:rPr sz="1600" b="1">
                          <a:solidFill>
                            <a:schemeClr val="bg1"/>
                          </a:solidFill>
                        </a:rPr>
                        <a:t>2</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r>
                        <a:t>总投入构成</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algn="ctr">
                        <a:buNone/>
                      </a:pPr>
                      <a:r>
                        <a:rPr sz="1600" b="1">
                          <a:solidFill>
                            <a:schemeClr val="bg1"/>
                          </a:solidFill>
                        </a:rPr>
                        <a:t>3</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pPr marL="0" marR="0" indent="0" algn="l" defTabSz="914400">
                        <a:lnSpc>
                          <a:spcPct val="100000"/>
                        </a:lnSpc>
                        <a:spcBef>
                          <a:spcPts val="0"/>
                        </a:spcBef>
                        <a:spcAft>
                          <a:spcPts val="0"/>
                        </a:spcAft>
                        <a:buClrTx/>
                        <a:buSzTx/>
                        <a:buFontTx/>
                        <a:buNone/>
                      </a:pPr>
                      <a:r>
                        <a:t>两套方案对比</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algn="ctr">
                        <a:buNone/>
                      </a:pPr>
                      <a:r>
                        <a:rPr sz="1600" b="1">
                          <a:solidFill>
                            <a:schemeClr val="bg1"/>
                          </a:solidFill>
                        </a:rPr>
                        <a:t>4</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r>
                        <a:t>井道整改范围</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marL="0" marR="0" indent="0" algn="ctr" defTabSz="914400">
                        <a:lnSpc>
                          <a:spcPct val="100000"/>
                        </a:lnSpc>
                        <a:spcBef>
                          <a:spcPts val="0"/>
                        </a:spcBef>
                        <a:spcAft>
                          <a:spcPts val="0"/>
                        </a:spcAft>
                        <a:buClrTx/>
                        <a:buSzTx/>
                        <a:buFontTx/>
                        <a:buNone/>
                      </a:pPr>
                      <a:r>
                        <a:rPr sz="1600" b="1">
                          <a:solidFill>
                            <a:schemeClr val="bg1"/>
                          </a:solidFill>
                        </a:rPr>
                        <a:t>5</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r>
                        <a:t>核心技术规格</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marL="0" marR="0" indent="0" algn="ctr" defTabSz="914400">
                        <a:lnSpc>
                          <a:spcPct val="100000"/>
                        </a:lnSpc>
                        <a:spcBef>
                          <a:spcPts val="0"/>
                        </a:spcBef>
                        <a:spcAft>
                          <a:spcPts val="0"/>
                        </a:spcAft>
                        <a:buClrTx/>
                        <a:buSzTx/>
                        <a:buFontTx/>
                        <a:buNone/>
                      </a:pPr>
                      <a:r>
                        <a:rPr sz="1600" b="1">
                          <a:solidFill>
                            <a:schemeClr val="bg1"/>
                          </a:solidFill>
                        </a:rPr>
                        <a:t>6</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pPr marL="0" marR="0" indent="0" algn="l" defTabSz="914400">
                        <a:lnSpc>
                          <a:spcPct val="100000"/>
                        </a:lnSpc>
                        <a:spcBef>
                          <a:spcPts val="0"/>
                        </a:spcBef>
                        <a:spcAft>
                          <a:spcPts val="0"/>
                        </a:spcAft>
                        <a:buClrTx/>
                        <a:buSzTx/>
                        <a:buFontTx/>
                        <a:buNone/>
                      </a:pPr>
                      <a:r>
                        <a:t>付款与交付条款</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marL="0" marR="0" indent="0" algn="ctr" defTabSz="914400">
                        <a:lnSpc>
                          <a:spcPct val="100000"/>
                        </a:lnSpc>
                        <a:spcBef>
                          <a:spcPts val="0"/>
                        </a:spcBef>
                        <a:spcAft>
                          <a:spcPts val="0"/>
                        </a:spcAft>
                        <a:buClrTx/>
                        <a:buSzTx/>
                        <a:buFontTx/>
                        <a:buNone/>
                      </a:pPr>
                      <a:r>
                        <a:rPr sz="1600" b="1">
                          <a:solidFill>
                            <a:schemeClr val="bg1"/>
                          </a:solidFill>
                        </a:rPr>
                        <a:t>7</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pPr marL="0" marR="0" indent="0" algn="l" defTabSz="914400">
                        <a:lnSpc>
                          <a:spcPct val="100000"/>
                        </a:lnSpc>
                        <a:spcBef>
                          <a:spcPts val="0"/>
                        </a:spcBef>
                        <a:spcAft>
                          <a:spcPts val="0"/>
                        </a:spcAft>
                        <a:buClrTx/>
                        <a:buSzTx/>
                        <a:buFontTx/>
                        <a:buNone/>
                      </a:pPr>
                      <a:r>
                        <a:t>产品能力对比</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marL="0" marR="0" indent="0" algn="ctr" defTabSz="914400">
                        <a:lnSpc>
                          <a:spcPct val="100000"/>
                        </a:lnSpc>
                        <a:spcBef>
                          <a:spcPts val="0"/>
                        </a:spcBef>
                        <a:spcAft>
                          <a:spcPts val="0"/>
                        </a:spcAft>
                        <a:buClrTx/>
                        <a:buSzTx/>
                        <a:buFontTx/>
                        <a:buNone/>
                      </a:pPr>
                      <a:r>
                        <a:rPr sz="1600" b="1">
                          <a:solidFill>
                            <a:schemeClr val="bg1"/>
                          </a:solidFill>
                        </a:rPr>
                        <a:t>8</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pPr marL="0" marR="0" indent="0" algn="l" defTabSz="914400">
                        <a:lnSpc>
                          <a:spcPct val="100000"/>
                        </a:lnSpc>
                        <a:spcBef>
                          <a:spcPts val="0"/>
                        </a:spcBef>
                        <a:spcAft>
                          <a:spcPts val="0"/>
                        </a:spcAft>
                        <a:buClrTx/>
                        <a:buSzTx/>
                        <a:buFontTx/>
                        <a:buNone/>
                      </a:pPr>
                      <a:r>
                        <a:t>签约前澄清事项</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r h="504000">
                <a:tc>
                  <a:txBody>
                    <a:bodyPr/>
                    <a:lstStyle/>
                    <a:p>
                      <a:pPr marL="0" marR="0" indent="0" algn="ctr" defTabSz="914400">
                        <a:lnSpc>
                          <a:spcPct val="100000"/>
                        </a:lnSpc>
                        <a:spcBef>
                          <a:spcPts val="0"/>
                        </a:spcBef>
                        <a:spcAft>
                          <a:spcPts val="0"/>
                        </a:spcAft>
                        <a:buClrTx/>
                        <a:buSzTx/>
                        <a:buFontTx/>
                        <a:buNone/>
                      </a:pPr>
                      <a:r>
                        <a:rPr sz="1600" b="1">
                          <a:solidFill>
                            <a:schemeClr val="bg1"/>
                          </a:solidFill>
                        </a:rPr>
                        <a:t>9</a:t>
                      </a:r>
                    </a:p>
                  </a:txBody>
                  <a:tcPr marL="35742" marR="714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solidFill>
                      <a:schemeClr val="tx1"/>
                    </a:solidFill>
                  </a:tcPr>
                </a:tc>
                <a:tc>
                  <a:txBody>
                    <a:bodyPr/>
                    <a:lstStyle/>
                    <a:p>
                      <a:pPr marL="0" marR="0" indent="0" algn="l" defTabSz="914400">
                        <a:lnSpc>
                          <a:spcPct val="100000"/>
                        </a:lnSpc>
                        <a:spcBef>
                          <a:spcPts val="0"/>
                        </a:spcBef>
                        <a:spcAft>
                          <a:spcPts val="0"/>
                        </a:spcAft>
                        <a:buClrTx/>
                        <a:buSzTx/>
                        <a:buFontTx/>
                        <a:buNone/>
                      </a:pPr>
                      <a:r>
                        <a:t>讨论与决策</a:t>
                      </a:r>
                    </a:p>
                  </a:txBody>
                  <a:tcPr marL="90784" marR="90784" marT="45720" marB="45720" anchor="ctr">
                    <a:lnL w="76200" cmpd="sng">
                      <a:solidFill>
                        <a:schemeClr val="tx2"/>
                      </a:solidFill>
                      <a:prstDash val="solid"/>
                    </a:lnL>
                    <a:lnR w="76200" cmpd="sng">
                      <a:solidFill>
                        <a:schemeClr val="tx2"/>
                      </a:solidFill>
                      <a:prstDash val="solid"/>
                    </a:lnR>
                    <a:lnT w="76200" cmpd="sng">
                      <a:solidFill>
                        <a:schemeClr val="tx2"/>
                      </a:solidFill>
                      <a:prstDash val="solid"/>
                    </a:lnT>
                    <a:lnB w="76200" cmpd="sng">
                      <a:solidFill>
                        <a:schemeClr val="tx2"/>
                      </a:solidFill>
                      <a:prstDash val="solid"/>
                    </a:lnB>
                    <a:blipFill rotWithShape="1">
                      <a:blip xmlns:r="http://schemas.openxmlformats.org/officeDocument/2006/relationships" r:embed="Rb8d3995ab9ed468b">
                        <a:alphaModFix amt="40000"/>
                      </a:blip>
                      <a:srcRect l="0" t="0" r="0" b="0"/>
                      <a:stretch>
                        <a:fillRect l="0" t="0" r="0" b="0"/>
                      </a:stretch>
                    </a:blipFill>
                  </a:tcPr>
                </a:tc>
              </a:tr>
            </a:tbl>
          </a:graphicData>
        </a:graphic>
      </p:graphicFrame>
    </p:spTree>
    <p:extLst>
      <p:ext uri="{BB962C8B-B14F-4D97-AF65-F5344CB8AC3E}">
        <p14:creationId xmlns:p14="http://schemas.microsoft.com/office/powerpoint/2010/main" val="2391862720"/>
      </p:ext>
    </p:extLst>
  </p:cSld>
</p:sld>
</file>

<file path=ppt/slides/slide3.xml><?xml version="1.0" encoding="utf-8"?>
<p:sld xmlns:p="http://schemas.openxmlformats.org/presentationml/2006/main" showMasterSp="1">
  <p:cSld>
    <p:spTree>
      <p:nvGrpSpPr>
        <p:cNvPr id="1" name=""/>
        <p:cNvGrpSpPr/>
        <p:nvPr/>
      </p:nvGrpSpPr>
      <p:grpSpPr>
        <a:xfrm xmlns:a="http://schemas.openxmlformats.org/drawingml/2006/main"/>
      </p:grpSpPr>
      <p:sp>
        <p:nvSpPr>
          <p:cNvPr id="9" name="chart-table-title-slot Placeholder Carrier">
            <a:extLst xmlns:a="http://schemas.openxmlformats.org/drawingml/2006/main">
              <a:ext uri="{FF2B5EF4-FFF2-40B4-BE49-F238E27FC236}">
                <a16:creationId xmlns:a16="http://schemas.microsoft.com/office/drawing/2014/main" id="{CB21F4F0-4D73-4F22-B5C8-C6C4E11291A0}"/>
              </a:ext>
            </a:extLst>
          </p:cNvPr>
          <p:cNvSpPr>
            <a:spLocks xmlns:a="http://schemas.openxmlformats.org/drawingml/2006/main" noGrp="1"/>
          </p:cNvSpPr>
          <p:nvPr>
            <p:ph type="title" idx="0"/>
          </p:nvPr>
        </p:nvSpPr>
        <p:spPr>
          <a:xfrm xmlns:a="http://schemas.openxmlformats.org/drawingml/2006/main">
            <a:off x="511683" y="350520"/>
            <a:ext cx="2059838"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报价评审结论</a:t>
            </a:r>
          </a:p>
        </p:txBody>
      </p:sp>
      <p:sp>
        <p:nvSpPr>
          <p:cNvPr id="10" name="chart-table-key-slot Placeholder Carrier">
            <a:extLst xmlns:a="http://schemas.openxmlformats.org/drawingml/2006/main">
              <a:ext uri="{FF2B5EF4-FFF2-40B4-BE49-F238E27FC236}">
                <a16:creationId xmlns:a16="http://schemas.microsoft.com/office/drawing/2014/main" id="{95AF176B-EB69-480D-B2A8-A42075B79486}"/>
              </a:ext>
            </a:extLst>
          </p:cNvPr>
          <p:cNvSpPr>
            <a:spLocks xmlns:a="http://schemas.openxmlformats.org/drawingml/2006/main" noGrp="1"/>
          </p:cNvSpPr>
          <p:nvPr>
            <p:ph type="subTitle" idx="1"/>
          </p:nvPr>
        </p:nvSpPr>
        <p:spPr>
          <a:xfrm xmlns:a="http://schemas.openxmlformats.org/drawingml/2006/main">
            <a:off x="514731" y="1062990"/>
            <a:ext cx="6798895"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预计总投入 582,800 元；签约前需澄清 2025 kg 整改页表述</a:t>
            </a:r>
          </a:p>
        </p:txBody>
      </p:sp>
      <p:sp>
        <p:nvSpPr>
          <p:cNvPr id="11" name="chart-table-visual-slot Placeholder Carrier">
            <a:extLst xmlns:a="http://schemas.openxmlformats.org/drawingml/2006/main">
              <a:ext uri="{FF2B5EF4-FFF2-40B4-BE49-F238E27FC236}">
                <a16:creationId xmlns:a16="http://schemas.microsoft.com/office/drawing/2014/main" id="{7FFAFE41-51D5-4255-882F-6A78C04154CD}"/>
              </a:ext>
            </a:extLst>
          </p:cNvPr>
          <p:cNvSpPr>
            <a:spLocks xmlns:a="http://schemas.openxmlformats.org/drawingml/2006/main" noGrp="1"/>
          </p:cNvSpPr>
          <p:nvPr>
            <p:ph type="body" idx="2"/>
          </p:nvPr>
        </p:nvSpPr>
        <p:spPr>
          <a:xfrm xmlns:a="http://schemas.openxmlformats.org/drawingml/2006/main">
            <a:off x="6028640" y="30181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ctr">
              <a:buNone/>
            </a:pPr>
            <a:r>
              <a:rPr sz="1600">
                <a:solidFill>
                  <a:schemeClr val="accent1"/>
                </a:solidFill>
                <a:latin typeface="+mn-lt"/>
                <a:ea typeface="+mn-lt"/>
                <a:cs typeface="+mn-lt"/>
              </a:rPr>
              <a:t>​</a:t>
            </a:r>
          </a:p>
        </p:txBody>
      </p:sp>
      <p:sp>
        <p:nvSpPr>
          <p:cNvPr id="12" name="chart-table-detail-slot Placeholder Carrier">
            <a:extLst xmlns:a="http://schemas.openxmlformats.org/drawingml/2006/main">
              <a:ext uri="{FF2B5EF4-FFF2-40B4-BE49-F238E27FC236}">
                <a16:creationId xmlns:a16="http://schemas.microsoft.com/office/drawing/2014/main" id="{FF7E027C-A690-4A83-AEAE-643546A9D231}"/>
              </a:ext>
            </a:extLst>
          </p:cNvPr>
          <p:cNvSpPr>
            <a:spLocks xmlns:a="http://schemas.openxmlformats.org/drawingml/2006/main" noGrp="1"/>
          </p:cNvSpPr>
          <p:nvPr>
            <p:ph type="body" idx="3"/>
          </p:nvPr>
        </p:nvSpPr>
        <p:spPr>
          <a:xfrm xmlns:a="http://schemas.openxmlformats.org/drawingml/2006/main">
            <a:off x="6037058" y="5411443"/>
            <a:ext cx="117884"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ctr">
              <a:buNone/>
            </a:pPr>
            <a:r>
              <a:rPr sz="1400">
                <a:solidFill>
                  <a:schemeClr val="dk1"/>
                </a:solidFill>
                <a:latin typeface="+mn-lt"/>
                <a:ea typeface="+mn-lt"/>
                <a:cs typeface="+mn-lt"/>
              </a:rPr>
              <a:t>​</a:t>
            </a:r>
          </a:p>
        </p:txBody>
      </p:sp>
      <p:sp>
        <p:nvSpPr>
          <p:cNvPr id="13" name="chart-table-page-num-slot Placeholder Carrier">
            <a:extLst xmlns:a="http://schemas.openxmlformats.org/drawingml/2006/main">
              <a:ext uri="{FF2B5EF4-FFF2-40B4-BE49-F238E27FC236}">
                <a16:creationId xmlns:a16="http://schemas.microsoft.com/office/drawing/2014/main" id="{F57AC8CC-94D3-47F5-B12C-83973AE418A9}"/>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03</a:t>
            </a:r>
          </a:p>
        </p:txBody>
      </p:sp>
      <p:sp>
        <p:nvSpPr>
          <p:cNvPr id="14" name="Rectangle 14">
            <a:extLst xmlns:a="http://schemas.openxmlformats.org/drawingml/2006/main">
              <a:ext uri="{FF2B5EF4-FFF2-40B4-BE49-F238E27FC236}">
                <a16:creationId xmlns:a16="http://schemas.microsoft.com/office/drawing/2014/main" id="{245D5E21-40AF-4B2A-A8ED-969466DF4000}"/>
              </a:ext>
            </a:extLst>
          </p:cNvPr>
          <p:cNvSpPr>
            <a:spLocks xmlns:a="http://schemas.openxmlformats.org/drawingml/2006/main" noGrp="1"/>
          </p:cNvSpPr>
          <p:nvPr/>
        </p:nvSpPr>
        <p:spPr>
          <a:xfrm xmlns:a="http://schemas.openxmlformats.org/drawingml/2006/main" rot="0" flipH="0" flipV="0">
            <a:off x="857250" y="1952625"/>
            <a:ext cx="3000375" cy="2095500"/>
          </a:xfrm>
          <a:prstGeom xmlns:a="http://schemas.openxmlformats.org/drawingml/2006/main" prst="rect">
            <a:avLst/>
          </a:prstGeom>
          <a:solidFill xmlns:a="http://schemas.openxmlformats.org/drawingml/2006/main">
            <a:schemeClr val="lt1"/>
          </a:solidFill>
          <a:ln xmlns:a="http://schemas.openxmlformats.org/drawingml/2006/main" w="19050">
            <a:solidFill>
              <a:srgbClr val="97CBFF"/>
            </a:solidFill>
          </a:ln>
        </p:spPr>
      </p:sp>
      <p:sp>
        <p:nvSpPr>
          <p:cNvPr id="15" name="Freeform 15">
            <a:extLst xmlns:a="http://schemas.openxmlformats.org/drawingml/2006/main">
              <a:ext uri="{FF2B5EF4-FFF2-40B4-BE49-F238E27FC236}">
                <a16:creationId xmlns:a16="http://schemas.microsoft.com/office/drawing/2014/main" id="{B4E582E2-1BE7-4010-8A31-37F73D94B078}"/>
              </a:ext>
            </a:extLst>
          </p:cNvPr>
          <p:cNvSpPr>
            <a:spLocks xmlns:a="http://schemas.openxmlformats.org/drawingml/2006/main" noGrp="1"/>
          </p:cNvSpPr>
          <p:nvPr/>
        </p:nvSpPr>
        <p:spPr>
          <a:xfrm xmlns:a="http://schemas.openxmlformats.org/drawingml/2006/main" rot="0" flipH="0" flipV="0">
            <a:off x="1204912" y="2281238"/>
            <a:ext cx="142875" cy="200025"/>
          </a:xfrm>
          <a:custGeom xmlns:a="http://schemas.openxmlformats.org/drawingml/2006/main">
            <a:rect l="l" t="t" r="r" b="b"/>
            <a:pathLst>
              <a:path w="142875" h="200025">
                <a:moveTo>
                  <a:pt x="71438" y="200025"/>
                </a:moveTo>
                <a:lnTo>
                  <a:pt x="71438" y="100012"/>
                </a:lnTo>
                <a:lnTo>
                  <a:pt x="0" y="0"/>
                </a:lnTo>
                <a:moveTo>
                  <a:pt x="142875" y="0"/>
                </a:moveTo>
                <a:lnTo>
                  <a:pt x="71438" y="100012"/>
                </a:lnTo>
              </a:path>
            </a:pathLst>
          </a:custGeom>
          <a:noFill xmlns:a="http://schemas.openxmlformats.org/drawingml/2006/main"/>
          <a:ln xmlns:a="http://schemas.openxmlformats.org/drawingml/2006/main" w="28575">
            <a:solidFill>
              <a:schemeClr val="accent1"/>
            </a:solidFill>
          </a:ln>
        </p:spPr>
      </p:sp>
      <p:sp>
        <p:nvSpPr>
          <p:cNvPr id="16" name="Freeform 16">
            <a:extLst xmlns:a="http://schemas.openxmlformats.org/drawingml/2006/main">
              <a:ext uri="{FF2B5EF4-FFF2-40B4-BE49-F238E27FC236}">
                <a16:creationId xmlns:a16="http://schemas.microsoft.com/office/drawing/2014/main" id="{DBDB93B0-E75A-4632-9F59-E508A4DDA188}"/>
              </a:ext>
            </a:extLst>
          </p:cNvPr>
          <p:cNvSpPr>
            <a:spLocks xmlns:a="http://schemas.openxmlformats.org/drawingml/2006/main" noGrp="1"/>
          </p:cNvSpPr>
          <p:nvPr/>
        </p:nvSpPr>
        <p:spPr>
          <a:xfrm xmlns:a="http://schemas.openxmlformats.org/drawingml/2006/main" rot="0" flipH="0" flipV="0">
            <a:off x="1219200" y="2452688"/>
            <a:ext cx="114300" cy="9525"/>
          </a:xfrm>
          <a:custGeom xmlns:a="http://schemas.openxmlformats.org/drawingml/2006/main">
            <a:rect l="l" t="t" r="r" b="b"/>
            <a:pathLst>
              <a:path w="114300" h="9525">
                <a:moveTo>
                  <a:pt x="0" y="0"/>
                </a:moveTo>
                <a:lnTo>
                  <a:pt x="114300" y="0"/>
                </a:lnTo>
              </a:path>
            </a:pathLst>
          </a:custGeom>
          <a:noFill xmlns:a="http://schemas.openxmlformats.org/drawingml/2006/main"/>
          <a:ln xmlns:a="http://schemas.openxmlformats.org/drawingml/2006/main" w="28575">
            <a:solidFill>
              <a:schemeClr val="accent1"/>
            </a:solidFill>
          </a:ln>
        </p:spPr>
      </p:sp>
      <p:sp>
        <p:nvSpPr>
          <p:cNvPr id="17" name="Freeform 17">
            <a:extLst xmlns:a="http://schemas.openxmlformats.org/drawingml/2006/main">
              <a:ext uri="{FF2B5EF4-FFF2-40B4-BE49-F238E27FC236}">
                <a16:creationId xmlns:a16="http://schemas.microsoft.com/office/drawing/2014/main" id="{BBA1A1B8-4264-45A5-A81B-A345A2AE5942}"/>
              </a:ext>
            </a:extLst>
          </p:cNvPr>
          <p:cNvSpPr>
            <a:spLocks xmlns:a="http://schemas.openxmlformats.org/drawingml/2006/main" noGrp="1"/>
          </p:cNvSpPr>
          <p:nvPr/>
        </p:nvSpPr>
        <p:spPr>
          <a:xfrm xmlns:a="http://schemas.openxmlformats.org/drawingml/2006/main" rot="0" flipH="0" flipV="0">
            <a:off x="1219200" y="2395538"/>
            <a:ext cx="114300" cy="9525"/>
          </a:xfrm>
          <a:custGeom xmlns:a="http://schemas.openxmlformats.org/drawingml/2006/main">
            <a:rect l="l" t="t" r="r" b="b"/>
            <a:pathLst>
              <a:path w="114300" h="9525">
                <a:moveTo>
                  <a:pt x="0" y="0"/>
                </a:moveTo>
                <a:lnTo>
                  <a:pt x="114300" y="0"/>
                </a:lnTo>
              </a:path>
            </a:pathLst>
          </a:custGeom>
          <a:noFill xmlns:a="http://schemas.openxmlformats.org/drawingml/2006/main"/>
          <a:ln xmlns:a="http://schemas.openxmlformats.org/drawingml/2006/main" w="28575">
            <a:solidFill>
              <a:schemeClr val="accent1"/>
            </a:solidFill>
          </a:ln>
        </p:spPr>
      </p:sp>
      <p:sp>
        <p:nvSpPr>
          <p:cNvPr id="19" name="TextBox 19">
            <a:extLst xmlns:a="http://schemas.openxmlformats.org/drawingml/2006/main">
              <a:ext uri="{FF2B5EF4-FFF2-40B4-BE49-F238E27FC236}">
                <a16:creationId xmlns:a16="http://schemas.microsoft.com/office/drawing/2014/main" id="{052A04FB-3AF6-42DE-9B21-A67E5E31BD10}"/>
              </a:ext>
            </a:extLst>
          </p:cNvPr>
          <p:cNvSpPr>
            <a:spLocks xmlns:a="http://schemas.openxmlformats.org/drawingml/2006/main" noGrp="1"/>
          </p:cNvSpPr>
          <p:nvPr/>
        </p:nvSpPr>
        <p:spPr>
          <a:xfrm xmlns:a="http://schemas.openxmlformats.org/drawingml/2006/main" rot="0" flipH="0" flipV="0">
            <a:off x="1088898" y="2517458"/>
            <a:ext cx="1746238" cy="6160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150" b="1">
                <a:solidFill>
                  <a:schemeClr val="accent1"/>
                </a:solidFill>
                <a:latin typeface="Arial"/>
                <a:ea typeface="Arial"/>
                <a:cs typeface="Arial"/>
              </a:rPr>
              <a:t>521,800</a:t>
            </a:r>
          </a:p>
        </p:txBody>
      </p:sp>
      <p:sp>
        <p:nvSpPr>
          <p:cNvPr id="20" name="TextBox 20">
            <a:extLst xmlns:a="http://schemas.openxmlformats.org/drawingml/2006/main">
              <a:ext uri="{FF2B5EF4-FFF2-40B4-BE49-F238E27FC236}">
                <a16:creationId xmlns:a16="http://schemas.microsoft.com/office/drawing/2014/main" id="{1D596579-9E3C-4F31-9A6D-6F2ABECAF350}"/>
              </a:ext>
            </a:extLst>
          </p:cNvPr>
          <p:cNvSpPr>
            <a:spLocks xmlns:a="http://schemas.openxmlformats.org/drawingml/2006/main" noGrp="1"/>
          </p:cNvSpPr>
          <p:nvPr/>
        </p:nvSpPr>
        <p:spPr>
          <a:xfrm xmlns:a="http://schemas.openxmlformats.org/drawingml/2006/main" rot="0" flipH="0" flipV="0">
            <a:off x="1098042" y="3054668"/>
            <a:ext cx="128587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基础报价（元）</a:t>
            </a:r>
          </a:p>
        </p:txBody>
      </p:sp>
      <p:sp>
        <p:nvSpPr>
          <p:cNvPr id="21" name="TextBox 21">
            <a:extLst xmlns:a="http://schemas.openxmlformats.org/drawingml/2006/main">
              <a:ext uri="{FF2B5EF4-FFF2-40B4-BE49-F238E27FC236}">
                <a16:creationId xmlns:a16="http://schemas.microsoft.com/office/drawing/2014/main" id="{64AB0BF1-A756-4364-9852-FCF239F12465}"/>
              </a:ext>
            </a:extLst>
          </p:cNvPr>
          <p:cNvSpPr>
            <a:spLocks xmlns:a="http://schemas.openxmlformats.org/drawingml/2006/main" noGrp="1"/>
          </p:cNvSpPr>
          <p:nvPr/>
        </p:nvSpPr>
        <p:spPr>
          <a:xfrm xmlns:a="http://schemas.openxmlformats.org/drawingml/2006/main" rot="0" flipH="0" flipV="0">
            <a:off x="1096518" y="3460432"/>
            <a:ext cx="1571625"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两台设备及安装</a:t>
            </a:r>
          </a:p>
        </p:txBody>
      </p:sp>
      <p:sp>
        <p:nvSpPr>
          <p:cNvPr id="23" name="Rectangle 23">
            <a:extLst xmlns:a="http://schemas.openxmlformats.org/drawingml/2006/main">
              <a:ext uri="{FF2B5EF4-FFF2-40B4-BE49-F238E27FC236}">
                <a16:creationId xmlns:a16="http://schemas.microsoft.com/office/drawing/2014/main" id="{C33F3D11-8372-40E2-A2C0-EBE4E7620CA1}"/>
              </a:ext>
            </a:extLst>
          </p:cNvPr>
          <p:cNvSpPr>
            <a:spLocks xmlns:a="http://schemas.openxmlformats.org/drawingml/2006/main" noGrp="1"/>
          </p:cNvSpPr>
          <p:nvPr/>
        </p:nvSpPr>
        <p:spPr>
          <a:xfrm xmlns:a="http://schemas.openxmlformats.org/drawingml/2006/main" rot="0" flipH="0" flipV="0">
            <a:off x="4600575" y="1952625"/>
            <a:ext cx="3000375" cy="2095500"/>
          </a:xfrm>
          <a:prstGeom xmlns:a="http://schemas.openxmlformats.org/drawingml/2006/main" prst="rect">
            <a:avLst/>
          </a:prstGeom>
          <a:solidFill xmlns:a="http://schemas.openxmlformats.org/drawingml/2006/main">
            <a:schemeClr val="lt1"/>
          </a:solidFill>
          <a:ln xmlns:a="http://schemas.openxmlformats.org/drawingml/2006/main" w="19050">
            <a:solidFill>
              <a:srgbClr val="97CBFF"/>
            </a:solidFill>
          </a:ln>
        </p:spPr>
      </p:sp>
      <p:sp>
        <p:nvSpPr>
          <p:cNvPr id="24" name="Freeform 24">
            <a:extLst xmlns:a="http://schemas.openxmlformats.org/drawingml/2006/main">
              <a:ext uri="{FF2B5EF4-FFF2-40B4-BE49-F238E27FC236}">
                <a16:creationId xmlns:a16="http://schemas.microsoft.com/office/drawing/2014/main" id="{ACC177DF-BC59-4E05-B82A-F3A7A6629C30}"/>
              </a:ext>
            </a:extLst>
          </p:cNvPr>
          <p:cNvSpPr>
            <a:spLocks xmlns:a="http://schemas.openxmlformats.org/drawingml/2006/main" noGrp="1"/>
          </p:cNvSpPr>
          <p:nvPr/>
        </p:nvSpPr>
        <p:spPr>
          <a:xfrm xmlns:a="http://schemas.openxmlformats.org/drawingml/2006/main" rot="0" flipH="0" flipV="0">
            <a:off x="4905375" y="2338388"/>
            <a:ext cx="142875" cy="171450"/>
          </a:xfrm>
          <a:custGeom xmlns:a="http://schemas.openxmlformats.org/drawingml/2006/main">
            <a:rect l="l" t="t" r="r" b="b"/>
            <a:pathLst>
              <a:path w="142875" h="171450">
                <a:moveTo>
                  <a:pt x="0" y="171450"/>
                </a:moveTo>
                <a:cubicBezTo>
                  <a:pt x="16388" y="114014"/>
                  <a:pt x="28332" y="56764"/>
                  <a:pt x="28575" y="0"/>
                </a:cubicBezTo>
                <a:lnTo>
                  <a:pt x="114300" y="0"/>
                </a:lnTo>
                <a:cubicBezTo>
                  <a:pt x="114543" y="56764"/>
                  <a:pt x="126487" y="114014"/>
                  <a:pt x="142875" y="171450"/>
                </a:cubicBezTo>
              </a:path>
            </a:pathLst>
          </a:custGeom>
          <a:noFill xmlns:a="http://schemas.openxmlformats.org/drawingml/2006/main"/>
          <a:ln xmlns:a="http://schemas.openxmlformats.org/drawingml/2006/main" w="28575">
            <a:solidFill>
              <a:schemeClr val="accent3"/>
            </a:solidFill>
          </a:ln>
        </p:spPr>
      </p:sp>
      <p:sp>
        <p:nvSpPr>
          <p:cNvPr id="25" name="Freeform 25">
            <a:extLst xmlns:a="http://schemas.openxmlformats.org/drawingml/2006/main">
              <a:ext uri="{FF2B5EF4-FFF2-40B4-BE49-F238E27FC236}">
                <a16:creationId xmlns:a16="http://schemas.microsoft.com/office/drawing/2014/main" id="{BCEE9BB8-3C23-4F55-95F2-E68444415458}"/>
              </a:ext>
            </a:extLst>
          </p:cNvPr>
          <p:cNvSpPr>
            <a:spLocks xmlns:a="http://schemas.openxmlformats.org/drawingml/2006/main" noGrp="1"/>
          </p:cNvSpPr>
          <p:nvPr/>
        </p:nvSpPr>
        <p:spPr>
          <a:xfrm xmlns:a="http://schemas.openxmlformats.org/drawingml/2006/main" rot="0" flipH="0" flipV="0">
            <a:off x="5026819" y="2395538"/>
            <a:ext cx="92869" cy="114300"/>
          </a:xfrm>
          <a:custGeom xmlns:a="http://schemas.openxmlformats.org/drawingml/2006/main">
            <a:rect l="l" t="t" r="r" b="b"/>
            <a:pathLst>
              <a:path w="92869" h="114300">
                <a:moveTo>
                  <a:pt x="0" y="0"/>
                </a:moveTo>
                <a:lnTo>
                  <a:pt x="64294" y="0"/>
                </a:lnTo>
                <a:cubicBezTo>
                  <a:pt x="64651" y="37319"/>
                  <a:pt x="77067" y="75667"/>
                  <a:pt x="92869" y="114300"/>
                </a:cubicBezTo>
              </a:path>
            </a:pathLst>
          </a:custGeom>
          <a:noFill xmlns:a="http://schemas.openxmlformats.org/drawingml/2006/main"/>
          <a:ln xmlns:a="http://schemas.openxmlformats.org/drawingml/2006/main" w="28575">
            <a:solidFill>
              <a:schemeClr val="accent3"/>
            </a:solidFill>
          </a:ln>
        </p:spPr>
      </p:sp>
      <p:sp>
        <p:nvSpPr>
          <p:cNvPr id="26" name="Freeform 26">
            <a:extLst xmlns:a="http://schemas.openxmlformats.org/drawingml/2006/main">
              <a:ext uri="{FF2B5EF4-FFF2-40B4-BE49-F238E27FC236}">
                <a16:creationId xmlns:a16="http://schemas.microsoft.com/office/drawing/2014/main" id="{0F3A846D-4463-47E2-BFEF-DB3BFD30C612}"/>
              </a:ext>
            </a:extLst>
          </p:cNvPr>
          <p:cNvSpPr>
            <a:spLocks xmlns:a="http://schemas.openxmlformats.org/drawingml/2006/main" noGrp="1"/>
          </p:cNvSpPr>
          <p:nvPr/>
        </p:nvSpPr>
        <p:spPr>
          <a:xfrm xmlns:a="http://schemas.openxmlformats.org/drawingml/2006/main" rot="0" flipH="0" flipV="0">
            <a:off x="4976812" y="2266713"/>
            <a:ext cx="171450" cy="29048"/>
          </a:xfrm>
          <a:custGeom xmlns:a="http://schemas.openxmlformats.org/drawingml/2006/main">
            <a:rect l="l" t="t" r="r" b="b"/>
            <a:pathLst>
              <a:path w="171450" h="29048">
                <a:moveTo>
                  <a:pt x="0" y="14524"/>
                </a:moveTo>
                <a:cubicBezTo>
                  <a:pt x="6589" y="5344"/>
                  <a:pt x="17278" y="0"/>
                  <a:pt x="28575" y="237"/>
                </a:cubicBezTo>
                <a:cubicBezTo>
                  <a:pt x="39872" y="0"/>
                  <a:pt x="50561" y="5344"/>
                  <a:pt x="57150" y="14524"/>
                </a:cubicBezTo>
                <a:cubicBezTo>
                  <a:pt x="63739" y="23704"/>
                  <a:pt x="74428" y="29048"/>
                  <a:pt x="85725" y="28812"/>
                </a:cubicBezTo>
                <a:cubicBezTo>
                  <a:pt x="97022" y="29048"/>
                  <a:pt x="107711" y="23704"/>
                  <a:pt x="114300" y="14524"/>
                </a:cubicBezTo>
                <a:cubicBezTo>
                  <a:pt x="120889" y="5344"/>
                  <a:pt x="131578" y="0"/>
                  <a:pt x="142875" y="237"/>
                </a:cubicBezTo>
                <a:cubicBezTo>
                  <a:pt x="154172" y="0"/>
                  <a:pt x="164861" y="5344"/>
                  <a:pt x="171450" y="14524"/>
                </a:cubicBezTo>
              </a:path>
            </a:pathLst>
          </a:custGeom>
          <a:noFill xmlns:a="http://schemas.openxmlformats.org/drawingml/2006/main"/>
          <a:ln xmlns:a="http://schemas.openxmlformats.org/drawingml/2006/main" w="28575">
            <a:solidFill>
              <a:schemeClr val="accent3"/>
            </a:solidFill>
          </a:ln>
        </p:spPr>
      </p:sp>
      <p:sp>
        <p:nvSpPr>
          <p:cNvPr id="27" name="Freeform 27">
            <a:extLst xmlns:a="http://schemas.openxmlformats.org/drawingml/2006/main">
              <a:ext uri="{FF2B5EF4-FFF2-40B4-BE49-F238E27FC236}">
                <a16:creationId xmlns:a16="http://schemas.microsoft.com/office/drawing/2014/main" id="{B4C369D4-F11F-48C2-A4F3-43ABAA8F68C8}"/>
              </a:ext>
            </a:extLst>
          </p:cNvPr>
          <p:cNvSpPr>
            <a:spLocks xmlns:a="http://schemas.openxmlformats.org/drawingml/2006/main" noGrp="1"/>
          </p:cNvSpPr>
          <p:nvPr/>
        </p:nvSpPr>
        <p:spPr>
          <a:xfrm xmlns:a="http://schemas.openxmlformats.org/drawingml/2006/main" rot="0" flipH="0" flipV="0">
            <a:off x="4891088" y="2509838"/>
            <a:ext cx="271462" cy="9525"/>
          </a:xfrm>
          <a:custGeom xmlns:a="http://schemas.openxmlformats.org/drawingml/2006/main">
            <a:rect l="l" t="t" r="r" b="b"/>
            <a:pathLst>
              <a:path w="271462" h="9525">
                <a:moveTo>
                  <a:pt x="0" y="0"/>
                </a:moveTo>
                <a:lnTo>
                  <a:pt x="271462" y="0"/>
                </a:lnTo>
              </a:path>
            </a:pathLst>
          </a:custGeom>
          <a:noFill xmlns:a="http://schemas.openxmlformats.org/drawingml/2006/main"/>
          <a:ln xmlns:a="http://schemas.openxmlformats.org/drawingml/2006/main" w="28575">
            <a:solidFill>
              <a:schemeClr val="accent3"/>
            </a:solidFill>
          </a:ln>
        </p:spPr>
      </p:sp>
      <p:sp>
        <p:nvSpPr>
          <p:cNvPr id="29" name="TextBox 29">
            <a:extLst xmlns:a="http://schemas.openxmlformats.org/drawingml/2006/main">
              <a:ext uri="{FF2B5EF4-FFF2-40B4-BE49-F238E27FC236}">
                <a16:creationId xmlns:a16="http://schemas.microsoft.com/office/drawing/2014/main" id="{5F376812-9EB8-418D-BD21-97376F9A8677}"/>
              </a:ext>
            </a:extLst>
          </p:cNvPr>
          <p:cNvSpPr>
            <a:spLocks xmlns:a="http://schemas.openxmlformats.org/drawingml/2006/main" noGrp="1"/>
          </p:cNvSpPr>
          <p:nvPr/>
        </p:nvSpPr>
        <p:spPr>
          <a:xfrm xmlns:a="http://schemas.openxmlformats.org/drawingml/2006/main" rot="0" flipH="0" flipV="0">
            <a:off x="4832223" y="2517458"/>
            <a:ext cx="1501348" cy="6160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150" b="1">
                <a:solidFill>
                  <a:schemeClr val="accent3"/>
                </a:solidFill>
                <a:latin typeface="Arial"/>
                <a:ea typeface="Arial"/>
                <a:cs typeface="Arial"/>
              </a:rPr>
              <a:t>61,000</a:t>
            </a:r>
          </a:p>
        </p:txBody>
      </p:sp>
      <p:sp>
        <p:nvSpPr>
          <p:cNvPr id="30" name="TextBox 30">
            <a:extLst xmlns:a="http://schemas.openxmlformats.org/drawingml/2006/main">
              <a:ext uri="{FF2B5EF4-FFF2-40B4-BE49-F238E27FC236}">
                <a16:creationId xmlns:a16="http://schemas.microsoft.com/office/drawing/2014/main" id="{A51A09D3-4735-4AA3-AAC5-DF17D3112B21}"/>
              </a:ext>
            </a:extLst>
          </p:cNvPr>
          <p:cNvSpPr>
            <a:spLocks xmlns:a="http://schemas.openxmlformats.org/drawingml/2006/main" noGrp="1"/>
          </p:cNvSpPr>
          <p:nvPr/>
        </p:nvSpPr>
        <p:spPr>
          <a:xfrm xmlns:a="http://schemas.openxmlformats.org/drawingml/2006/main" rot="0" flipH="0" flipV="0">
            <a:off x="4841367" y="3054668"/>
            <a:ext cx="128587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整改附加（元）</a:t>
            </a:r>
          </a:p>
        </p:txBody>
      </p:sp>
      <p:sp>
        <p:nvSpPr>
          <p:cNvPr id="31" name="TextBox 31">
            <a:extLst xmlns:a="http://schemas.openxmlformats.org/drawingml/2006/main">
              <a:ext uri="{FF2B5EF4-FFF2-40B4-BE49-F238E27FC236}">
                <a16:creationId xmlns:a16="http://schemas.microsoft.com/office/drawing/2014/main" id="{A24DACAD-CB03-4395-A3A8-91AA041C4420}"/>
              </a:ext>
            </a:extLst>
          </p:cNvPr>
          <p:cNvSpPr>
            <a:spLocks xmlns:a="http://schemas.openxmlformats.org/drawingml/2006/main" noGrp="1"/>
          </p:cNvSpPr>
          <p:nvPr/>
        </p:nvSpPr>
        <p:spPr>
          <a:xfrm xmlns:a="http://schemas.openxmlformats.org/drawingml/2006/main" rot="0" flipH="0" flipV="0">
            <a:off x="4839843" y="3460432"/>
            <a:ext cx="1871491"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1600 kg + 2025 kg</a:t>
            </a:r>
          </a:p>
        </p:txBody>
      </p:sp>
      <p:sp>
        <p:nvSpPr>
          <p:cNvPr id="33" name="Rectangle 33">
            <a:extLst xmlns:a="http://schemas.openxmlformats.org/drawingml/2006/main">
              <a:ext uri="{FF2B5EF4-FFF2-40B4-BE49-F238E27FC236}">
                <a16:creationId xmlns:a16="http://schemas.microsoft.com/office/drawing/2014/main" id="{AB2C584D-2EB5-450E-92DF-95FDCF7924C3}"/>
              </a:ext>
            </a:extLst>
          </p:cNvPr>
          <p:cNvSpPr>
            <a:spLocks xmlns:a="http://schemas.openxmlformats.org/drawingml/2006/main" noGrp="1"/>
          </p:cNvSpPr>
          <p:nvPr/>
        </p:nvSpPr>
        <p:spPr>
          <a:xfrm xmlns:a="http://schemas.openxmlformats.org/drawingml/2006/main" rot="0" flipH="0" flipV="0">
            <a:off x="8343900" y="1952625"/>
            <a:ext cx="3000375" cy="2095500"/>
          </a:xfrm>
          <a:prstGeom xmlns:a="http://schemas.openxmlformats.org/drawingml/2006/main" prst="rect">
            <a:avLst/>
          </a:prstGeom>
          <a:solidFill xmlns:a="http://schemas.openxmlformats.org/drawingml/2006/main">
            <a:schemeClr val="accent1"/>
          </a:solidFill>
          <a:ln xmlns:a="http://schemas.openxmlformats.org/drawingml/2006/main">
            <a:noFill/>
          </a:ln>
        </p:spPr>
      </p:sp>
      <p:sp>
        <p:nvSpPr>
          <p:cNvPr id="34" name="Freeform 34">
            <a:extLst xmlns:a="http://schemas.openxmlformats.org/drawingml/2006/main">
              <a:ext uri="{FF2B5EF4-FFF2-40B4-BE49-F238E27FC236}">
                <a16:creationId xmlns:a16="http://schemas.microsoft.com/office/drawing/2014/main" id="{3C0C43E9-7192-4B42-BAD9-8DD150B3B601}"/>
              </a:ext>
            </a:extLst>
          </p:cNvPr>
          <p:cNvSpPr>
            <a:spLocks xmlns:a="http://schemas.openxmlformats.org/drawingml/2006/main" noGrp="1"/>
          </p:cNvSpPr>
          <p:nvPr/>
        </p:nvSpPr>
        <p:spPr>
          <a:xfrm xmlns:a="http://schemas.openxmlformats.org/drawingml/2006/main" rot="0" flipH="0" flipV="0">
            <a:off x="8662988" y="2309812"/>
            <a:ext cx="214312" cy="142875"/>
          </a:xfrm>
          <a:custGeom xmlns:a="http://schemas.openxmlformats.org/drawingml/2006/main">
            <a:rect l="l" t="t" r="r" b="b"/>
            <a:pathLst>
              <a:path w="214312" h="142875">
                <a:moveTo>
                  <a:pt x="0" y="71438"/>
                </a:moveTo>
                <a:lnTo>
                  <a:pt x="71438" y="142875"/>
                </a:lnTo>
                <a:lnTo>
                  <a:pt x="214312" y="0"/>
                </a:lnTo>
              </a:path>
            </a:pathLst>
          </a:custGeom>
          <a:noFill xmlns:a="http://schemas.openxmlformats.org/drawingml/2006/main"/>
          <a:ln xmlns:a="http://schemas.openxmlformats.org/drawingml/2006/main" w="28575">
            <a:solidFill>
              <a:srgbClr val="FFFFFF"/>
            </a:solidFill>
          </a:ln>
        </p:spPr>
      </p:sp>
      <p:sp>
        <p:nvSpPr>
          <p:cNvPr id="35" name="TextBox 35">
            <a:extLst xmlns:a="http://schemas.openxmlformats.org/drawingml/2006/main">
              <a:ext uri="{FF2B5EF4-FFF2-40B4-BE49-F238E27FC236}">
                <a16:creationId xmlns:a16="http://schemas.microsoft.com/office/drawing/2014/main" id="{2A6292D0-C388-4FD6-850A-8F516C5F1EC1}"/>
              </a:ext>
            </a:extLst>
          </p:cNvPr>
          <p:cNvSpPr>
            <a:spLocks xmlns:a="http://schemas.openxmlformats.org/drawingml/2006/main" noGrp="1"/>
          </p:cNvSpPr>
          <p:nvPr/>
        </p:nvSpPr>
        <p:spPr>
          <a:xfrm xmlns:a="http://schemas.openxmlformats.org/drawingml/2006/main" rot="0" flipH="0" flipV="0">
            <a:off x="8575548" y="2517458"/>
            <a:ext cx="1746238" cy="6160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150" b="1">
                <a:solidFill>
                  <a:srgbClr val="FFFFFF"/>
                </a:solidFill>
                <a:latin typeface="Arial"/>
                <a:ea typeface="Arial"/>
                <a:cs typeface="Arial"/>
              </a:rPr>
              <a:t>582,800</a:t>
            </a:r>
          </a:p>
        </p:txBody>
      </p:sp>
      <p:sp>
        <p:nvSpPr>
          <p:cNvPr id="36" name="TextBox 36">
            <a:extLst xmlns:a="http://schemas.openxmlformats.org/drawingml/2006/main">
              <a:ext uri="{FF2B5EF4-FFF2-40B4-BE49-F238E27FC236}">
                <a16:creationId xmlns:a16="http://schemas.microsoft.com/office/drawing/2014/main" id="{C0F579F4-4B33-429C-851B-00FF85118684}"/>
              </a:ext>
            </a:extLst>
          </p:cNvPr>
          <p:cNvSpPr>
            <a:spLocks xmlns:a="http://schemas.openxmlformats.org/drawingml/2006/main" noGrp="1"/>
          </p:cNvSpPr>
          <p:nvPr/>
        </p:nvSpPr>
        <p:spPr>
          <a:xfrm xmlns:a="http://schemas.openxmlformats.org/drawingml/2006/main" rot="0" flipH="0" flipV="0">
            <a:off x="8584692" y="3054668"/>
            <a:ext cx="146761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DCEBFA"/>
                </a:solidFill>
                <a:latin typeface="Arial"/>
                <a:ea typeface="Arial"/>
                <a:cs typeface="Arial"/>
              </a:rPr>
              <a:t>预计总投入（元）</a:t>
            </a:r>
          </a:p>
        </p:txBody>
      </p:sp>
      <p:sp>
        <p:nvSpPr>
          <p:cNvPr id="37" name="TextBox 37">
            <a:extLst xmlns:a="http://schemas.openxmlformats.org/drawingml/2006/main">
              <a:ext uri="{FF2B5EF4-FFF2-40B4-BE49-F238E27FC236}">
                <a16:creationId xmlns:a16="http://schemas.microsoft.com/office/drawing/2014/main" id="{E39DE31E-A835-4D5C-AC30-5D88CA978F67}"/>
              </a:ext>
            </a:extLst>
          </p:cNvPr>
          <p:cNvSpPr>
            <a:spLocks xmlns:a="http://schemas.openxmlformats.org/drawingml/2006/main" noGrp="1"/>
          </p:cNvSpPr>
          <p:nvPr/>
        </p:nvSpPr>
        <p:spPr>
          <a:xfrm xmlns:a="http://schemas.openxmlformats.org/drawingml/2006/main" rot="0" flipH="0" flipV="0">
            <a:off x="8583168" y="3460432"/>
            <a:ext cx="1349502"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rgbClr val="FFFFFF"/>
                </a:solidFill>
                <a:latin typeface="Arial"/>
                <a:ea typeface="Arial"/>
                <a:cs typeface="Arial"/>
              </a:rPr>
              <a:t>报价评审口径</a:t>
            </a:r>
          </a:p>
        </p:txBody>
      </p:sp>
      <p:sp>
        <p:nvSpPr>
          <p:cNvPr id="39" name="Freeform 39">
            <a:extLst xmlns:a="http://schemas.openxmlformats.org/drawingml/2006/main">
              <a:ext uri="{FF2B5EF4-FFF2-40B4-BE49-F238E27FC236}">
                <a16:creationId xmlns:a16="http://schemas.microsoft.com/office/drawing/2014/main" id="{6443C709-7BD8-4232-B641-31519B30F715}"/>
              </a:ext>
            </a:extLst>
          </p:cNvPr>
          <p:cNvSpPr>
            <a:spLocks xmlns:a="http://schemas.openxmlformats.org/drawingml/2006/main" noGrp="1"/>
          </p:cNvSpPr>
          <p:nvPr/>
        </p:nvSpPr>
        <p:spPr>
          <a:xfrm xmlns:a="http://schemas.openxmlformats.org/drawingml/2006/main" rot="0" flipH="0" flipV="0">
            <a:off x="990600" y="5305425"/>
            <a:ext cx="9525" cy="50800"/>
          </a:xfrm>
          <a:custGeom xmlns:a="http://schemas.openxmlformats.org/drawingml/2006/main">
            <a:rect l="l" t="t" r="r" b="b"/>
            <a:pathLst>
              <a:path w="9525" h="50800">
                <a:moveTo>
                  <a:pt x="0" y="0"/>
                </a:moveTo>
                <a:lnTo>
                  <a:pt x="0" y="50800"/>
                </a:lnTo>
              </a:path>
            </a:pathLst>
          </a:custGeom>
          <a:noFill xmlns:a="http://schemas.openxmlformats.org/drawingml/2006/main"/>
          <a:ln xmlns:a="http://schemas.openxmlformats.org/drawingml/2006/main" w="25400">
            <a:solidFill>
              <a:srgbClr val="E69400"/>
            </a:solidFill>
          </a:ln>
        </p:spPr>
      </p:sp>
      <p:sp>
        <p:nvSpPr>
          <p:cNvPr id="40" name="Freeform 40">
            <a:extLst xmlns:a="http://schemas.openxmlformats.org/drawingml/2006/main">
              <a:ext uri="{FF2B5EF4-FFF2-40B4-BE49-F238E27FC236}">
                <a16:creationId xmlns:a16="http://schemas.microsoft.com/office/drawing/2014/main" id="{1A3849B3-4AE0-4CCA-8B1B-E885E3B6C66E}"/>
              </a:ext>
            </a:extLst>
          </p:cNvPr>
          <p:cNvSpPr>
            <a:spLocks xmlns:a="http://schemas.openxmlformats.org/drawingml/2006/main" noGrp="1"/>
          </p:cNvSpPr>
          <p:nvPr/>
        </p:nvSpPr>
        <p:spPr>
          <a:xfrm xmlns:a="http://schemas.openxmlformats.org/drawingml/2006/main" rot="0" flipH="0" flipV="0">
            <a:off x="862519" y="5225006"/>
            <a:ext cx="256151" cy="220068"/>
          </a:xfrm>
          <a:custGeom xmlns:a="http://schemas.openxmlformats.org/drawingml/2006/main">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xmlns:a="http://schemas.openxmlformats.org/drawingml/2006/main"/>
          <a:ln xmlns:a="http://schemas.openxmlformats.org/drawingml/2006/main" w="25400">
            <a:solidFill>
              <a:srgbClr val="E69400"/>
            </a:solidFill>
          </a:ln>
        </p:spPr>
      </p:sp>
      <p:sp>
        <p:nvSpPr>
          <p:cNvPr id="41" name="Freeform 41">
            <a:extLst xmlns:a="http://schemas.openxmlformats.org/drawingml/2006/main">
              <a:ext uri="{FF2B5EF4-FFF2-40B4-BE49-F238E27FC236}">
                <a16:creationId xmlns:a16="http://schemas.microsoft.com/office/drawing/2014/main" id="{E005D247-9D82-42BE-8AC0-FFA625108540}"/>
              </a:ext>
            </a:extLst>
          </p:cNvPr>
          <p:cNvSpPr>
            <a:spLocks xmlns:a="http://schemas.openxmlformats.org/drawingml/2006/main" noGrp="1"/>
          </p:cNvSpPr>
          <p:nvPr/>
        </p:nvSpPr>
        <p:spPr>
          <a:xfrm xmlns:a="http://schemas.openxmlformats.org/drawingml/2006/main" rot="0" flipH="0" flipV="0">
            <a:off x="990600" y="5394324"/>
            <a:ext cx="9525" cy="9525"/>
          </a:xfrm>
          <a:custGeom xmlns:a="http://schemas.openxmlformats.org/drawingml/2006/main">
            <a:rect l="l" t="t" r="r" b="b"/>
            <a:pathLst>
              <a:path w="9525" h="9525">
                <a:moveTo>
                  <a:pt x="0" y="0"/>
                </a:moveTo>
                <a:lnTo>
                  <a:pt x="127" y="0"/>
                </a:lnTo>
              </a:path>
            </a:pathLst>
          </a:custGeom>
          <a:noFill xmlns:a="http://schemas.openxmlformats.org/drawingml/2006/main"/>
          <a:ln xmlns:a="http://schemas.openxmlformats.org/drawingml/2006/main" w="25400">
            <a:solidFill>
              <a:srgbClr val="E69400"/>
            </a:solidFill>
          </a:ln>
        </p:spPr>
      </p:sp>
      <p:sp>
        <p:nvSpPr>
          <p:cNvPr id="43" name="TextBox 43">
            <a:extLst xmlns:a="http://schemas.openxmlformats.org/drawingml/2006/main">
              <a:ext uri="{FF2B5EF4-FFF2-40B4-BE49-F238E27FC236}">
                <a16:creationId xmlns:a16="http://schemas.microsoft.com/office/drawing/2014/main" id="{AF7D990A-D038-436C-97C3-F3A1B02C4436}"/>
              </a:ext>
            </a:extLst>
          </p:cNvPr>
          <p:cNvSpPr>
            <a:spLocks xmlns:a="http://schemas.openxmlformats.org/drawingml/2006/main" noGrp="1"/>
          </p:cNvSpPr>
          <p:nvPr/>
        </p:nvSpPr>
        <p:spPr>
          <a:xfrm xmlns:a="http://schemas.openxmlformats.org/drawingml/2006/main" rot="0" flipH="0" flipV="0">
            <a:off x="1287018" y="5213032"/>
            <a:ext cx="949681"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待确认：</a:t>
            </a:r>
          </a:p>
        </p:txBody>
      </p:sp>
      <p:sp>
        <p:nvSpPr>
          <p:cNvPr id="44" name="TextBox 44">
            <a:extLst xmlns:a="http://schemas.openxmlformats.org/drawingml/2006/main">
              <a:ext uri="{FF2B5EF4-FFF2-40B4-BE49-F238E27FC236}">
                <a16:creationId xmlns:a16="http://schemas.microsoft.com/office/drawing/2014/main" id="{710852BF-31DC-40AB-A4C0-C4B30440A3C7}"/>
              </a:ext>
            </a:extLst>
          </p:cNvPr>
          <p:cNvSpPr>
            <a:spLocks xmlns:a="http://schemas.openxmlformats.org/drawingml/2006/main" noGrp="1"/>
          </p:cNvSpPr>
          <p:nvPr/>
        </p:nvSpPr>
        <p:spPr>
          <a:xfrm xmlns:a="http://schemas.openxmlformats.org/drawingml/2006/main" rot="0" flipH="0" flipV="0">
            <a:off x="2277618" y="5213032"/>
            <a:ext cx="820765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PDF 第 6 页标题为“2025KG”，正文载重写为“1600KG”，与技术规格页不一致。</a:t>
            </a:r>
          </a:p>
        </p:txBody>
      </p:sp>
      <p:sp>
        <p:nvSpPr>
          <p:cNvPr id="45" name="TextBox 45">
            <a:extLst xmlns:a="http://schemas.openxmlformats.org/drawingml/2006/main">
              <a:ext uri="{FF2B5EF4-FFF2-40B4-BE49-F238E27FC236}">
                <a16:creationId xmlns:a16="http://schemas.microsoft.com/office/drawing/2014/main" id="{75140614-964D-4B61-92DF-38C759DA32B3}"/>
              </a:ext>
            </a:extLst>
          </p:cNvPr>
          <p:cNvSpPr>
            <a:spLocks xmlns:a="http://schemas.openxmlformats.org/drawingml/2006/main" noGrp="1"/>
          </p:cNvSpPr>
          <p:nvPr/>
        </p:nvSpPr>
        <p:spPr>
          <a:xfrm xmlns:a="http://schemas.openxmlformats.org/drawingml/2006/main" rot="0" flipH="0" flipV="0">
            <a:off x="1288542" y="5550218"/>
            <a:ext cx="492061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建议在签约前由供应商书面确认载重、轿厢尺寸与整改口径。</a:t>
            </a:r>
          </a:p>
        </p:txBody>
      </p:sp>
    </p:spTree>
    <p:extLst>
      <p:ext uri="{BB962C8B-B14F-4D97-AF65-F5344CB8AC3E}">
        <p14:creationId xmlns:p14="http://schemas.microsoft.com/office/powerpoint/2010/main" val="2006489749"/>
      </p:ext>
    </p:extLst>
  </p:cSld>
</p:sld>
</file>

<file path=ppt/slides/slide4.xml><?xml version="1.0" encoding="utf-8"?>
<p:sld xmlns:p="http://schemas.openxmlformats.org/presentationml/2006/main" showMasterSp="1">
  <p:cSld>
    <p:spTree>
      <p:nvGrpSpPr>
        <p:cNvPr id="1" name=""/>
        <p:cNvGrpSpPr/>
        <p:nvPr/>
      </p:nvGrpSpPr>
      <p:grpSpPr>
        <a:xfrm xmlns:a="http://schemas.openxmlformats.org/drawingml/2006/main"/>
      </p:grpSpPr>
      <p:sp>
        <p:nvSpPr>
          <p:cNvPr id="9" name="chart-table-title-slot Placeholder Carrier">
            <a:extLst xmlns:a="http://schemas.openxmlformats.org/drawingml/2006/main">
              <a:ext uri="{FF2B5EF4-FFF2-40B4-BE49-F238E27FC236}">
                <a16:creationId xmlns:a16="http://schemas.microsoft.com/office/drawing/2014/main" id="{830D29AF-83F1-4259-BE85-3EA199B330C1}"/>
              </a:ext>
            </a:extLst>
          </p:cNvPr>
          <p:cNvSpPr>
            <a:spLocks xmlns:a="http://schemas.openxmlformats.org/drawingml/2006/main" noGrp="1"/>
          </p:cNvSpPr>
          <p:nvPr>
            <p:ph type="title" idx="0"/>
          </p:nvPr>
        </p:nvSpPr>
        <p:spPr>
          <a:xfrm xmlns:a="http://schemas.openxmlformats.org/drawingml/2006/main">
            <a:off x="511683" y="350520"/>
            <a:ext cx="5113020"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总投入由两台设备和两项整改构成</a:t>
            </a:r>
          </a:p>
        </p:txBody>
      </p:sp>
      <p:sp>
        <p:nvSpPr>
          <p:cNvPr id="10" name="chart-table-key-slot Placeholder Carrier">
            <a:extLst xmlns:a="http://schemas.openxmlformats.org/drawingml/2006/main">
              <a:ext uri="{FF2B5EF4-FFF2-40B4-BE49-F238E27FC236}">
                <a16:creationId xmlns:a16="http://schemas.microsoft.com/office/drawing/2014/main" id="{0FEFEAAF-204C-4C61-8553-6195D7FAF35F}"/>
              </a:ext>
            </a:extLst>
          </p:cNvPr>
          <p:cNvSpPr>
            <a:spLocks xmlns:a="http://schemas.openxmlformats.org/drawingml/2006/main" noGrp="1"/>
          </p:cNvSpPr>
          <p:nvPr>
            <p:ph type="subTitle" idx="1"/>
          </p:nvPr>
        </p:nvSpPr>
        <p:spPr>
          <a:xfrm xmlns:a="http://schemas.openxmlformats.org/drawingml/2006/main">
            <a:off x="514731" y="1062990"/>
            <a:ext cx="5704839"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基础报价 521,800 元；井道整改另增加 61,000 元</a:t>
            </a:r>
          </a:p>
        </p:txBody>
      </p:sp>
      <p:sp>
        <p:nvSpPr>
          <p:cNvPr id="11" name="chart-table-visual-slot Placeholder Carrier">
            <a:extLst xmlns:a="http://schemas.openxmlformats.org/drawingml/2006/main">
              <a:ext uri="{FF2B5EF4-FFF2-40B4-BE49-F238E27FC236}">
                <a16:creationId xmlns:a16="http://schemas.microsoft.com/office/drawing/2014/main" id="{530A6F9F-A4DD-44AD-823A-3B765A9E3D1F}"/>
              </a:ext>
            </a:extLst>
          </p:cNvPr>
          <p:cNvSpPr>
            <a:spLocks xmlns:a="http://schemas.openxmlformats.org/drawingml/2006/main" noGrp="1"/>
          </p:cNvSpPr>
          <p:nvPr>
            <p:ph type="body" idx="2"/>
          </p:nvPr>
        </p:nvSpPr>
        <p:spPr>
          <a:xfrm xmlns:a="http://schemas.openxmlformats.org/drawingml/2006/main">
            <a:off x="6028640" y="30181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ctr">
              <a:buNone/>
            </a:pPr>
            <a:r>
              <a:rPr sz="1600">
                <a:solidFill>
                  <a:schemeClr val="accent1"/>
                </a:solidFill>
                <a:latin typeface="+mn-lt"/>
                <a:ea typeface="+mn-lt"/>
                <a:cs typeface="+mn-lt"/>
              </a:rPr>
              <a:t>​</a:t>
            </a:r>
          </a:p>
        </p:txBody>
      </p:sp>
      <p:sp>
        <p:nvSpPr>
          <p:cNvPr id="12" name="chart-table-detail-slot Placeholder Carrier">
            <a:extLst xmlns:a="http://schemas.openxmlformats.org/drawingml/2006/main">
              <a:ext uri="{FF2B5EF4-FFF2-40B4-BE49-F238E27FC236}">
                <a16:creationId xmlns:a16="http://schemas.microsoft.com/office/drawing/2014/main" id="{FB646165-5553-45E0-B4F4-2A935627F2EC}"/>
              </a:ext>
            </a:extLst>
          </p:cNvPr>
          <p:cNvSpPr>
            <a:spLocks xmlns:a="http://schemas.openxmlformats.org/drawingml/2006/main" noGrp="1"/>
          </p:cNvSpPr>
          <p:nvPr>
            <p:ph type="body" idx="3"/>
          </p:nvPr>
        </p:nvSpPr>
        <p:spPr>
          <a:xfrm xmlns:a="http://schemas.openxmlformats.org/drawingml/2006/main">
            <a:off x="6037058" y="5411443"/>
            <a:ext cx="117884"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ctr">
              <a:buNone/>
            </a:pPr>
            <a:r>
              <a:rPr sz="1400">
                <a:solidFill>
                  <a:schemeClr val="dk1"/>
                </a:solidFill>
                <a:latin typeface="+mn-lt"/>
                <a:ea typeface="+mn-lt"/>
                <a:cs typeface="+mn-lt"/>
              </a:rPr>
              <a:t>​</a:t>
            </a:r>
          </a:p>
        </p:txBody>
      </p:sp>
      <p:sp>
        <p:nvSpPr>
          <p:cNvPr id="13" name="chart-table-page-num-slot Placeholder Carrier">
            <a:extLst xmlns:a="http://schemas.openxmlformats.org/drawingml/2006/main">
              <a:ext uri="{FF2B5EF4-FFF2-40B4-BE49-F238E27FC236}">
                <a16:creationId xmlns:a16="http://schemas.microsoft.com/office/drawing/2014/main" id="{5DA53C8F-2F7B-4F87-98B3-6A1A9C8BC9B7}"/>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04</a:t>
            </a:r>
          </a:p>
        </p:txBody>
      </p:sp>
      <p:sp>
        <p:nvSpPr>
          <p:cNvPr id="14" name="TextBox 14">
            <a:extLst xmlns:a="http://schemas.openxmlformats.org/drawingml/2006/main">
              <a:ext uri="{FF2B5EF4-FFF2-40B4-BE49-F238E27FC236}">
                <a16:creationId xmlns:a16="http://schemas.microsoft.com/office/drawing/2014/main" id="{1B13F712-E740-4FB7-BBB9-5273714612AC}"/>
              </a:ext>
            </a:extLst>
          </p:cNvPr>
          <p:cNvSpPr>
            <a:spLocks xmlns:a="http://schemas.openxmlformats.org/drawingml/2006/main" noGrp="1"/>
          </p:cNvSpPr>
          <p:nvPr/>
        </p:nvSpPr>
        <p:spPr>
          <a:xfrm xmlns:a="http://schemas.openxmlformats.org/drawingml/2006/main" rot="0" flipH="0" flipV="0">
            <a:off x="869442" y="1997392"/>
            <a:ext cx="92583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LEHY-III-S</a:t>
            </a:r>
          </a:p>
        </p:txBody>
      </p:sp>
      <p:sp>
        <p:nvSpPr>
          <p:cNvPr id="15" name="Rectangle 15">
            <a:extLst xmlns:a="http://schemas.openxmlformats.org/drawingml/2006/main">
              <a:ext uri="{FF2B5EF4-FFF2-40B4-BE49-F238E27FC236}">
                <a16:creationId xmlns:a16="http://schemas.microsoft.com/office/drawing/2014/main" id="{4C893DDD-19B5-4A77-A582-8795C38C0699}"/>
              </a:ext>
            </a:extLst>
          </p:cNvPr>
          <p:cNvSpPr>
            <a:spLocks xmlns:a="http://schemas.openxmlformats.org/drawingml/2006/main" noGrp="1"/>
          </p:cNvSpPr>
          <p:nvPr/>
        </p:nvSpPr>
        <p:spPr>
          <a:xfrm xmlns:a="http://schemas.openxmlformats.org/drawingml/2006/main" rot="0" flipH="0" flipV="0">
            <a:off x="2381250" y="1933575"/>
            <a:ext cx="6267450" cy="285750"/>
          </a:xfrm>
          <a:prstGeom xmlns:a="http://schemas.openxmlformats.org/drawingml/2006/main" prst="rect">
            <a:avLst/>
          </a:prstGeom>
          <a:solidFill xmlns:a="http://schemas.openxmlformats.org/drawingml/2006/main">
            <a:schemeClr val="accent1"/>
          </a:solidFill>
          <a:ln xmlns:a="http://schemas.openxmlformats.org/drawingml/2006/main">
            <a:noFill/>
          </a:ln>
        </p:spPr>
      </p:sp>
      <p:sp>
        <p:nvSpPr>
          <p:cNvPr id="16" name="TextBox 16">
            <a:extLst xmlns:a="http://schemas.openxmlformats.org/drawingml/2006/main">
              <a:ext uri="{FF2B5EF4-FFF2-40B4-BE49-F238E27FC236}">
                <a16:creationId xmlns:a16="http://schemas.microsoft.com/office/drawing/2014/main" id="{5D257E3C-3B70-492D-BB50-31C8BEDA19C3}"/>
              </a:ext>
            </a:extLst>
          </p:cNvPr>
          <p:cNvSpPr>
            <a:spLocks xmlns:a="http://schemas.openxmlformats.org/drawingml/2006/main" noGrp="1"/>
          </p:cNvSpPr>
          <p:nvPr/>
        </p:nvSpPr>
        <p:spPr>
          <a:xfrm xmlns:a="http://schemas.openxmlformats.org/drawingml/2006/main" rot="0" flipH="0" flipV="0">
            <a:off x="8792718" y="1974532"/>
            <a:ext cx="914696"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Arial"/>
                <a:ea typeface="Arial"/>
                <a:cs typeface="Arial"/>
              </a:rPr>
              <a:t>223,800</a:t>
            </a:r>
          </a:p>
        </p:txBody>
      </p:sp>
      <p:sp>
        <p:nvSpPr>
          <p:cNvPr id="17" name="TextBox 17">
            <a:extLst xmlns:a="http://schemas.openxmlformats.org/drawingml/2006/main">
              <a:ext uri="{FF2B5EF4-FFF2-40B4-BE49-F238E27FC236}">
                <a16:creationId xmlns:a16="http://schemas.microsoft.com/office/drawing/2014/main" id="{9B5A1857-FFEE-4DE5-BBF6-2BD112E9426B}"/>
              </a:ext>
            </a:extLst>
          </p:cNvPr>
          <p:cNvSpPr>
            <a:spLocks xmlns:a="http://schemas.openxmlformats.org/drawingml/2006/main" noGrp="1"/>
          </p:cNvSpPr>
          <p:nvPr/>
        </p:nvSpPr>
        <p:spPr>
          <a:xfrm xmlns:a="http://schemas.openxmlformats.org/drawingml/2006/main" rot="0" flipH="0" flipV="0">
            <a:off x="869442" y="2587942"/>
            <a:ext cx="89702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LEHY-PRO</a:t>
            </a:r>
          </a:p>
        </p:txBody>
      </p:sp>
      <p:sp>
        <p:nvSpPr>
          <p:cNvPr id="18" name="Rectangle 18">
            <a:extLst xmlns:a="http://schemas.openxmlformats.org/drawingml/2006/main">
              <a:ext uri="{FF2B5EF4-FFF2-40B4-BE49-F238E27FC236}">
                <a16:creationId xmlns:a16="http://schemas.microsoft.com/office/drawing/2014/main" id="{0E851C57-391A-4E75-ABC2-4AD6879D18D2}"/>
              </a:ext>
            </a:extLst>
          </p:cNvPr>
          <p:cNvSpPr>
            <a:spLocks xmlns:a="http://schemas.openxmlformats.org/drawingml/2006/main" noGrp="1"/>
          </p:cNvSpPr>
          <p:nvPr/>
        </p:nvSpPr>
        <p:spPr>
          <a:xfrm xmlns:a="http://schemas.openxmlformats.org/drawingml/2006/main" rot="0" flipH="0" flipV="0">
            <a:off x="2381250" y="2524125"/>
            <a:ext cx="8343900" cy="285750"/>
          </a:xfrm>
          <a:prstGeom xmlns:a="http://schemas.openxmlformats.org/drawingml/2006/main" prst="rect">
            <a:avLst/>
          </a:prstGeom>
          <a:solidFill xmlns:a="http://schemas.openxmlformats.org/drawingml/2006/main">
            <a:schemeClr val="accent3"/>
          </a:solidFill>
          <a:ln xmlns:a="http://schemas.openxmlformats.org/drawingml/2006/main">
            <a:noFill/>
          </a:ln>
        </p:spPr>
      </p:sp>
      <p:sp>
        <p:nvSpPr>
          <p:cNvPr id="19" name="TextBox 19">
            <a:extLst xmlns:a="http://schemas.openxmlformats.org/drawingml/2006/main">
              <a:ext uri="{FF2B5EF4-FFF2-40B4-BE49-F238E27FC236}">
                <a16:creationId xmlns:a16="http://schemas.microsoft.com/office/drawing/2014/main" id="{78DED837-D36A-4AC4-8B31-AE8738FCB6A5}"/>
              </a:ext>
            </a:extLst>
          </p:cNvPr>
          <p:cNvSpPr>
            <a:spLocks xmlns:a="http://schemas.openxmlformats.org/drawingml/2006/main" noGrp="1"/>
          </p:cNvSpPr>
          <p:nvPr/>
        </p:nvSpPr>
        <p:spPr>
          <a:xfrm xmlns:a="http://schemas.openxmlformats.org/drawingml/2006/main" rot="0" flipH="0" flipV="0">
            <a:off x="9761686" y="2565082"/>
            <a:ext cx="914696"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650" b="1">
                <a:solidFill>
                  <a:schemeClr val="accent1"/>
                </a:solidFill>
                <a:latin typeface="Arial"/>
                <a:ea typeface="Arial"/>
                <a:cs typeface="Arial"/>
              </a:rPr>
              <a:t>298,000</a:t>
            </a:r>
          </a:p>
        </p:txBody>
      </p:sp>
      <p:sp>
        <p:nvSpPr>
          <p:cNvPr id="20" name="TextBox 20">
            <a:extLst xmlns:a="http://schemas.openxmlformats.org/drawingml/2006/main">
              <a:ext uri="{FF2B5EF4-FFF2-40B4-BE49-F238E27FC236}">
                <a16:creationId xmlns:a16="http://schemas.microsoft.com/office/drawing/2014/main" id="{E6153E95-1DBE-46FA-8376-98A8C7277CF1}"/>
              </a:ext>
            </a:extLst>
          </p:cNvPr>
          <p:cNvSpPr>
            <a:spLocks xmlns:a="http://schemas.openxmlformats.org/drawingml/2006/main" noGrp="1"/>
          </p:cNvSpPr>
          <p:nvPr/>
        </p:nvSpPr>
        <p:spPr>
          <a:xfrm xmlns:a="http://schemas.openxmlformats.org/drawingml/2006/main" rot="0" flipH="0" flipV="0">
            <a:off x="869442" y="3178492"/>
            <a:ext cx="10859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1600 kg 整改</a:t>
            </a:r>
          </a:p>
        </p:txBody>
      </p:sp>
      <p:sp>
        <p:nvSpPr>
          <p:cNvPr id="21" name="Rectangle 21">
            <a:extLst xmlns:a="http://schemas.openxmlformats.org/drawingml/2006/main">
              <a:ext uri="{FF2B5EF4-FFF2-40B4-BE49-F238E27FC236}">
                <a16:creationId xmlns:a16="http://schemas.microsoft.com/office/drawing/2014/main" id="{8EF8CBFB-DD23-4661-BE39-CB8509D1527D}"/>
              </a:ext>
            </a:extLst>
          </p:cNvPr>
          <p:cNvSpPr>
            <a:spLocks xmlns:a="http://schemas.openxmlformats.org/drawingml/2006/main" noGrp="1"/>
          </p:cNvSpPr>
          <p:nvPr/>
        </p:nvSpPr>
        <p:spPr>
          <a:xfrm xmlns:a="http://schemas.openxmlformats.org/drawingml/2006/main" rot="0" flipH="0" flipV="0">
            <a:off x="2381250" y="3114675"/>
            <a:ext cx="895350" cy="285750"/>
          </a:xfrm>
          <a:prstGeom xmlns:a="http://schemas.openxmlformats.org/drawingml/2006/main" prst="rect">
            <a:avLst/>
          </a:prstGeom>
          <a:solidFill xmlns:a="http://schemas.openxmlformats.org/drawingml/2006/main">
            <a:schemeClr val="accent2"/>
          </a:solidFill>
          <a:ln xmlns:a="http://schemas.openxmlformats.org/drawingml/2006/main">
            <a:noFill/>
          </a:ln>
        </p:spPr>
      </p:sp>
      <p:sp>
        <p:nvSpPr>
          <p:cNvPr id="22" name="TextBox 22">
            <a:extLst xmlns:a="http://schemas.openxmlformats.org/drawingml/2006/main">
              <a:ext uri="{FF2B5EF4-FFF2-40B4-BE49-F238E27FC236}">
                <a16:creationId xmlns:a16="http://schemas.microsoft.com/office/drawing/2014/main" id="{B1DF8545-DFB7-44F9-9811-EF913FEB88CA}"/>
              </a:ext>
            </a:extLst>
          </p:cNvPr>
          <p:cNvSpPr>
            <a:spLocks xmlns:a="http://schemas.openxmlformats.org/drawingml/2006/main" noGrp="1"/>
          </p:cNvSpPr>
          <p:nvPr/>
        </p:nvSpPr>
        <p:spPr>
          <a:xfrm xmlns:a="http://schemas.openxmlformats.org/drawingml/2006/main" rot="0" flipH="0" flipV="0">
            <a:off x="3420618" y="3155632"/>
            <a:ext cx="786420"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Arial"/>
                <a:ea typeface="Arial"/>
                <a:cs typeface="Arial"/>
              </a:rPr>
              <a:t>32,000</a:t>
            </a:r>
          </a:p>
        </p:txBody>
      </p:sp>
      <p:sp>
        <p:nvSpPr>
          <p:cNvPr id="23" name="TextBox 23">
            <a:extLst xmlns:a="http://schemas.openxmlformats.org/drawingml/2006/main">
              <a:ext uri="{FF2B5EF4-FFF2-40B4-BE49-F238E27FC236}">
                <a16:creationId xmlns:a16="http://schemas.microsoft.com/office/drawing/2014/main" id="{F7888DA9-2765-4118-BDF1-06AEACB3282D}"/>
              </a:ext>
            </a:extLst>
          </p:cNvPr>
          <p:cNvSpPr>
            <a:spLocks xmlns:a="http://schemas.openxmlformats.org/drawingml/2006/main" noGrp="1"/>
          </p:cNvSpPr>
          <p:nvPr/>
        </p:nvSpPr>
        <p:spPr>
          <a:xfrm xmlns:a="http://schemas.openxmlformats.org/drawingml/2006/main" rot="0" flipH="0" flipV="0">
            <a:off x="869442" y="3769042"/>
            <a:ext cx="10859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2025 kg 整改</a:t>
            </a:r>
          </a:p>
        </p:txBody>
      </p:sp>
      <p:sp>
        <p:nvSpPr>
          <p:cNvPr id="24" name="Rectangle 24">
            <a:extLst xmlns:a="http://schemas.openxmlformats.org/drawingml/2006/main">
              <a:ext uri="{FF2B5EF4-FFF2-40B4-BE49-F238E27FC236}">
                <a16:creationId xmlns:a16="http://schemas.microsoft.com/office/drawing/2014/main" id="{64FFD813-8875-4DFD-9BEA-043A9A2FBF34}"/>
              </a:ext>
            </a:extLst>
          </p:cNvPr>
          <p:cNvSpPr>
            <a:spLocks xmlns:a="http://schemas.openxmlformats.org/drawingml/2006/main" noGrp="1"/>
          </p:cNvSpPr>
          <p:nvPr/>
        </p:nvSpPr>
        <p:spPr>
          <a:xfrm xmlns:a="http://schemas.openxmlformats.org/drawingml/2006/main" rot="0" flipH="0" flipV="0">
            <a:off x="2381250" y="3705225"/>
            <a:ext cx="809625" cy="285750"/>
          </a:xfrm>
          <a:prstGeom xmlns:a="http://schemas.openxmlformats.org/drawingml/2006/main" prst="rect">
            <a:avLst/>
          </a:prstGeom>
          <a:solidFill xmlns:a="http://schemas.openxmlformats.org/drawingml/2006/main">
            <a:srgbClr val="97CBFF"/>
          </a:solidFill>
          <a:ln xmlns:a="http://schemas.openxmlformats.org/drawingml/2006/main">
            <a:noFill/>
          </a:ln>
        </p:spPr>
      </p:sp>
      <p:sp>
        <p:nvSpPr>
          <p:cNvPr id="25" name="TextBox 25">
            <a:extLst xmlns:a="http://schemas.openxmlformats.org/drawingml/2006/main">
              <a:ext uri="{FF2B5EF4-FFF2-40B4-BE49-F238E27FC236}">
                <a16:creationId xmlns:a16="http://schemas.microsoft.com/office/drawing/2014/main" id="{A2E4C960-5B46-4396-B670-A5BB07B25009}"/>
              </a:ext>
            </a:extLst>
          </p:cNvPr>
          <p:cNvSpPr>
            <a:spLocks xmlns:a="http://schemas.openxmlformats.org/drawingml/2006/main" noGrp="1"/>
          </p:cNvSpPr>
          <p:nvPr/>
        </p:nvSpPr>
        <p:spPr>
          <a:xfrm xmlns:a="http://schemas.openxmlformats.org/drawingml/2006/main" rot="0" flipH="0" flipV="0">
            <a:off x="3334893" y="3746182"/>
            <a:ext cx="786420"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Arial"/>
                <a:ea typeface="Arial"/>
                <a:cs typeface="Arial"/>
              </a:rPr>
              <a:t>29,000</a:t>
            </a:r>
          </a:p>
        </p:txBody>
      </p:sp>
      <p:sp>
        <p:nvSpPr>
          <p:cNvPr id="26" name="Line 26">
            <a:extLst xmlns:a="http://schemas.openxmlformats.org/drawingml/2006/main">
              <a:ext uri="{FF2B5EF4-FFF2-40B4-BE49-F238E27FC236}">
                <a16:creationId xmlns:a16="http://schemas.microsoft.com/office/drawing/2014/main" id="{D62292BF-BEB1-4C89-B3A6-52AF6F3C81C6}"/>
              </a:ext>
            </a:extLst>
          </p:cNvPr>
          <p:cNvSpPr>
            <a:spLocks xmlns:a="http://schemas.openxmlformats.org/drawingml/2006/main" noGrp="1"/>
          </p:cNvSpPr>
          <p:nvPr/>
        </p:nvSpPr>
        <p:spPr>
          <a:xfrm xmlns:a="http://schemas.openxmlformats.org/drawingml/2006/main" rot="0" flipH="0" flipV="0">
            <a:off x="2381250" y="4229100"/>
            <a:ext cx="8343900" cy="9525"/>
          </a:xfrm>
          <a:custGeom xmlns:a="http://schemas.openxmlformats.org/drawingml/2006/main">
            <a:rect l="l" t="t" r="r" b="b"/>
            <a:pathLst>
              <a:path w="8343900" h="9525">
                <a:moveTo>
                  <a:pt x="0" y="0"/>
                </a:moveTo>
                <a:lnTo>
                  <a:pt x="8343900" y="0"/>
                </a:lnTo>
              </a:path>
            </a:pathLst>
          </a:custGeom>
          <a:noFill xmlns:a="http://schemas.openxmlformats.org/drawingml/2006/main"/>
          <a:ln xmlns:a="http://schemas.openxmlformats.org/drawingml/2006/main" w="19050">
            <a:solidFill>
              <a:srgbClr val="97CBFF"/>
            </a:solidFill>
          </a:ln>
        </p:spPr>
      </p:sp>
      <p:sp>
        <p:nvSpPr>
          <p:cNvPr id="27" name="TextBox 27">
            <a:extLst xmlns:a="http://schemas.openxmlformats.org/drawingml/2006/main">
              <a:ext uri="{FF2B5EF4-FFF2-40B4-BE49-F238E27FC236}">
                <a16:creationId xmlns:a16="http://schemas.microsoft.com/office/drawing/2014/main" id="{73820EC5-A476-43C4-A8AB-5F82AC8DB916}"/>
              </a:ext>
            </a:extLst>
          </p:cNvPr>
          <p:cNvSpPr>
            <a:spLocks xmlns:a="http://schemas.openxmlformats.org/drawingml/2006/main" noGrp="1"/>
          </p:cNvSpPr>
          <p:nvPr/>
        </p:nvSpPr>
        <p:spPr>
          <a:xfrm xmlns:a="http://schemas.openxmlformats.org/drawingml/2006/main" rot="0" flipH="0" flipV="0">
            <a:off x="2374392" y="4292918"/>
            <a:ext cx="128587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单位：人民币元</a:t>
            </a:r>
          </a:p>
        </p:txBody>
      </p:sp>
      <p:sp>
        <p:nvSpPr>
          <p:cNvPr id="28" name="TextBox 28">
            <a:extLst xmlns:a="http://schemas.openxmlformats.org/drawingml/2006/main">
              <a:ext uri="{FF2B5EF4-FFF2-40B4-BE49-F238E27FC236}">
                <a16:creationId xmlns:a16="http://schemas.microsoft.com/office/drawing/2014/main" id="{C5122B70-95FB-4EA7-A094-CEA2BB78F159}"/>
              </a:ext>
            </a:extLst>
          </p:cNvPr>
          <p:cNvSpPr>
            <a:spLocks xmlns:a="http://schemas.openxmlformats.org/drawingml/2006/main" noGrp="1"/>
          </p:cNvSpPr>
          <p:nvPr/>
        </p:nvSpPr>
        <p:spPr>
          <a:xfrm xmlns:a="http://schemas.openxmlformats.org/drawingml/2006/main" rot="0" flipH="0" flipV="0">
            <a:off x="8888934" y="4211955"/>
            <a:ext cx="1846884"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2100" b="1">
                <a:solidFill>
                  <a:schemeClr val="accent1"/>
                </a:solidFill>
                <a:latin typeface="Arial"/>
                <a:ea typeface="Arial"/>
                <a:cs typeface="Arial"/>
              </a:rPr>
              <a:t>合计 582,800</a:t>
            </a:r>
          </a:p>
        </p:txBody>
      </p:sp>
      <p:sp>
        <p:nvSpPr>
          <p:cNvPr id="30" name="TextBox 30">
            <a:extLst xmlns:a="http://schemas.openxmlformats.org/drawingml/2006/main">
              <a:ext uri="{FF2B5EF4-FFF2-40B4-BE49-F238E27FC236}">
                <a16:creationId xmlns:a16="http://schemas.microsoft.com/office/drawing/2014/main" id="{08D8C0CA-9278-45BC-BEB4-FEB49678B1FD}"/>
              </a:ext>
            </a:extLst>
          </p:cNvPr>
          <p:cNvSpPr>
            <a:spLocks xmlns:a="http://schemas.openxmlformats.org/drawingml/2006/main" noGrp="1"/>
          </p:cNvSpPr>
          <p:nvPr/>
        </p:nvSpPr>
        <p:spPr>
          <a:xfrm xmlns:a="http://schemas.openxmlformats.org/drawingml/2006/main" rot="0" flipH="0" flipV="0">
            <a:off x="869442" y="5169218"/>
            <a:ext cx="115865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accent1"/>
                </a:solidFill>
                <a:latin typeface="Arial"/>
                <a:ea typeface="Arial"/>
                <a:cs typeface="Arial"/>
              </a:rPr>
              <a:t>基础报价包含</a:t>
            </a:r>
          </a:p>
        </p:txBody>
      </p:sp>
      <p:sp>
        <p:nvSpPr>
          <p:cNvPr id="31" name="Freeform 31">
            <a:extLst xmlns:a="http://schemas.openxmlformats.org/drawingml/2006/main">
              <a:ext uri="{FF2B5EF4-FFF2-40B4-BE49-F238E27FC236}">
                <a16:creationId xmlns:a16="http://schemas.microsoft.com/office/drawing/2014/main" id="{7E8FF02E-8A27-4C8A-BA2F-1575AE188682}"/>
              </a:ext>
            </a:extLst>
          </p:cNvPr>
          <p:cNvSpPr>
            <a:spLocks xmlns:a="http://schemas.openxmlformats.org/drawingml/2006/main" noGrp="1"/>
          </p:cNvSpPr>
          <p:nvPr/>
        </p:nvSpPr>
        <p:spPr>
          <a:xfrm xmlns:a="http://schemas.openxmlformats.org/drawingml/2006/main" rot="0" flipH="0" flipV="0">
            <a:off x="2329656" y="5223669"/>
            <a:ext cx="130969" cy="87313"/>
          </a:xfrm>
          <a:custGeom xmlns:a="http://schemas.openxmlformats.org/drawingml/2006/main">
            <a:rect l="l" t="t" r="r" b="b"/>
            <a:pathLst>
              <a:path w="130969" h="87313">
                <a:moveTo>
                  <a:pt x="0" y="43656"/>
                </a:moveTo>
                <a:lnTo>
                  <a:pt x="43656" y="87313"/>
                </a:lnTo>
                <a:lnTo>
                  <a:pt x="130969" y="0"/>
                </a:lnTo>
              </a:path>
            </a:pathLst>
          </a:custGeom>
          <a:noFill xmlns:a="http://schemas.openxmlformats.org/drawingml/2006/main"/>
          <a:ln xmlns:a="http://schemas.openxmlformats.org/drawingml/2006/main" w="17463">
            <a:solidFill>
              <a:schemeClr val="accent2"/>
            </a:solidFill>
          </a:ln>
        </p:spPr>
      </p:sp>
      <p:sp>
        <p:nvSpPr>
          <p:cNvPr id="32" name="TextBox 32">
            <a:extLst xmlns:a="http://schemas.openxmlformats.org/drawingml/2006/main">
              <a:ext uri="{FF2B5EF4-FFF2-40B4-BE49-F238E27FC236}">
                <a16:creationId xmlns:a16="http://schemas.microsoft.com/office/drawing/2014/main" id="{65E16D5F-F902-4D0A-A1AA-D634C7AE790F}"/>
              </a:ext>
            </a:extLst>
          </p:cNvPr>
          <p:cNvSpPr>
            <a:spLocks xmlns:a="http://schemas.openxmlformats.org/drawingml/2006/main" noGrp="1"/>
          </p:cNvSpPr>
          <p:nvPr/>
        </p:nvSpPr>
        <p:spPr>
          <a:xfrm xmlns:a="http://schemas.openxmlformats.org/drawingml/2006/main" rot="0" flipH="0" flipV="0">
            <a:off x="2564892" y="5178742"/>
            <a:ext cx="92240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设备与安装</a:t>
            </a:r>
          </a:p>
        </p:txBody>
      </p:sp>
      <p:sp>
        <p:nvSpPr>
          <p:cNvPr id="33" name="Freeform 33">
            <a:extLst xmlns:a="http://schemas.openxmlformats.org/drawingml/2006/main">
              <a:ext uri="{FF2B5EF4-FFF2-40B4-BE49-F238E27FC236}">
                <a16:creationId xmlns:a16="http://schemas.microsoft.com/office/drawing/2014/main" id="{B651C8BE-6450-4FCD-8049-13AD87B6E56A}"/>
              </a:ext>
            </a:extLst>
          </p:cNvPr>
          <p:cNvSpPr>
            <a:spLocks xmlns:a="http://schemas.openxmlformats.org/drawingml/2006/main" noGrp="1"/>
          </p:cNvSpPr>
          <p:nvPr/>
        </p:nvSpPr>
        <p:spPr>
          <a:xfrm xmlns:a="http://schemas.openxmlformats.org/drawingml/2006/main" rot="0" flipH="0" flipV="0">
            <a:off x="4044156" y="5223669"/>
            <a:ext cx="130969" cy="87313"/>
          </a:xfrm>
          <a:custGeom xmlns:a="http://schemas.openxmlformats.org/drawingml/2006/main">
            <a:rect l="l" t="t" r="r" b="b"/>
            <a:pathLst>
              <a:path w="130969" h="87313">
                <a:moveTo>
                  <a:pt x="0" y="43656"/>
                </a:moveTo>
                <a:lnTo>
                  <a:pt x="43656" y="87313"/>
                </a:lnTo>
                <a:lnTo>
                  <a:pt x="130969" y="0"/>
                </a:lnTo>
              </a:path>
            </a:pathLst>
          </a:custGeom>
          <a:noFill xmlns:a="http://schemas.openxmlformats.org/drawingml/2006/main"/>
          <a:ln xmlns:a="http://schemas.openxmlformats.org/drawingml/2006/main" w="17463">
            <a:solidFill>
              <a:schemeClr val="accent2"/>
            </a:solidFill>
          </a:ln>
        </p:spPr>
      </p:sp>
      <p:sp>
        <p:nvSpPr>
          <p:cNvPr id="34" name="TextBox 34">
            <a:extLst xmlns:a="http://schemas.openxmlformats.org/drawingml/2006/main">
              <a:ext uri="{FF2B5EF4-FFF2-40B4-BE49-F238E27FC236}">
                <a16:creationId xmlns:a16="http://schemas.microsoft.com/office/drawing/2014/main" id="{E7D539AB-C08E-4D83-8CCF-068072B6D9B5}"/>
              </a:ext>
            </a:extLst>
          </p:cNvPr>
          <p:cNvSpPr>
            <a:spLocks xmlns:a="http://schemas.openxmlformats.org/drawingml/2006/main" noGrp="1"/>
          </p:cNvSpPr>
          <p:nvPr/>
        </p:nvSpPr>
        <p:spPr>
          <a:xfrm xmlns:a="http://schemas.openxmlformats.org/drawingml/2006/main" rot="0" flipH="0" flipV="0">
            <a:off x="4279392" y="5178742"/>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井道照明</a:t>
            </a:r>
          </a:p>
        </p:txBody>
      </p:sp>
      <p:sp>
        <p:nvSpPr>
          <p:cNvPr id="35" name="Freeform 35">
            <a:extLst xmlns:a="http://schemas.openxmlformats.org/drawingml/2006/main">
              <a:ext uri="{FF2B5EF4-FFF2-40B4-BE49-F238E27FC236}">
                <a16:creationId xmlns:a16="http://schemas.microsoft.com/office/drawing/2014/main" id="{290748F4-953E-4779-93C6-9A83ECB4A962}"/>
              </a:ext>
            </a:extLst>
          </p:cNvPr>
          <p:cNvSpPr>
            <a:spLocks xmlns:a="http://schemas.openxmlformats.org/drawingml/2006/main" noGrp="1"/>
          </p:cNvSpPr>
          <p:nvPr/>
        </p:nvSpPr>
        <p:spPr>
          <a:xfrm xmlns:a="http://schemas.openxmlformats.org/drawingml/2006/main" rot="0" flipH="0" flipV="0">
            <a:off x="5520531" y="5223669"/>
            <a:ext cx="130969" cy="87313"/>
          </a:xfrm>
          <a:custGeom xmlns:a="http://schemas.openxmlformats.org/drawingml/2006/main">
            <a:rect l="l" t="t" r="r" b="b"/>
            <a:pathLst>
              <a:path w="130969" h="87313">
                <a:moveTo>
                  <a:pt x="0" y="43656"/>
                </a:moveTo>
                <a:lnTo>
                  <a:pt x="43656" y="87313"/>
                </a:lnTo>
                <a:lnTo>
                  <a:pt x="130969" y="0"/>
                </a:lnTo>
              </a:path>
            </a:pathLst>
          </a:custGeom>
          <a:noFill xmlns:a="http://schemas.openxmlformats.org/drawingml/2006/main"/>
          <a:ln xmlns:a="http://schemas.openxmlformats.org/drawingml/2006/main" w="17463">
            <a:solidFill>
              <a:schemeClr val="accent2"/>
            </a:solidFill>
          </a:ln>
        </p:spPr>
      </p:sp>
      <p:sp>
        <p:nvSpPr>
          <p:cNvPr id="36" name="TextBox 36">
            <a:extLst xmlns:a="http://schemas.openxmlformats.org/drawingml/2006/main">
              <a:ext uri="{FF2B5EF4-FFF2-40B4-BE49-F238E27FC236}">
                <a16:creationId xmlns:a16="http://schemas.microsoft.com/office/drawing/2014/main" id="{7F8195BB-1D47-4C31-BC25-C3DC48D0B79F}"/>
              </a:ext>
            </a:extLst>
          </p:cNvPr>
          <p:cNvSpPr>
            <a:spLocks xmlns:a="http://schemas.openxmlformats.org/drawingml/2006/main" noGrp="1"/>
          </p:cNvSpPr>
          <p:nvPr/>
        </p:nvSpPr>
        <p:spPr>
          <a:xfrm xmlns:a="http://schemas.openxmlformats.org/drawingml/2006/main" rot="0" flipH="0" flipV="0">
            <a:off x="5755767" y="5178742"/>
            <a:ext cx="55892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钢牛腿</a:t>
            </a:r>
          </a:p>
        </p:txBody>
      </p:sp>
      <p:sp>
        <p:nvSpPr>
          <p:cNvPr id="37" name="Freeform 37">
            <a:extLst xmlns:a="http://schemas.openxmlformats.org/drawingml/2006/main">
              <a:ext uri="{FF2B5EF4-FFF2-40B4-BE49-F238E27FC236}">
                <a16:creationId xmlns:a16="http://schemas.microsoft.com/office/drawing/2014/main" id="{7AE72E5B-A8CE-4510-BB6E-F4632F51C39B}"/>
              </a:ext>
            </a:extLst>
          </p:cNvPr>
          <p:cNvSpPr>
            <a:spLocks xmlns:a="http://schemas.openxmlformats.org/drawingml/2006/main" noGrp="1"/>
          </p:cNvSpPr>
          <p:nvPr/>
        </p:nvSpPr>
        <p:spPr>
          <a:xfrm xmlns:a="http://schemas.openxmlformats.org/drawingml/2006/main" rot="0" flipH="0" flipV="0">
            <a:off x="6901656" y="5223669"/>
            <a:ext cx="130969" cy="87313"/>
          </a:xfrm>
          <a:custGeom xmlns:a="http://schemas.openxmlformats.org/drawingml/2006/main">
            <a:rect l="l" t="t" r="r" b="b"/>
            <a:pathLst>
              <a:path w="130969" h="87313">
                <a:moveTo>
                  <a:pt x="0" y="43656"/>
                </a:moveTo>
                <a:lnTo>
                  <a:pt x="43656" y="87313"/>
                </a:lnTo>
                <a:lnTo>
                  <a:pt x="130969" y="0"/>
                </a:lnTo>
              </a:path>
            </a:pathLst>
          </a:custGeom>
          <a:noFill xmlns:a="http://schemas.openxmlformats.org/drawingml/2006/main"/>
          <a:ln xmlns:a="http://schemas.openxmlformats.org/drawingml/2006/main" w="17463">
            <a:solidFill>
              <a:schemeClr val="accent2"/>
            </a:solidFill>
          </a:ln>
        </p:spPr>
      </p:sp>
      <p:sp>
        <p:nvSpPr>
          <p:cNvPr id="38" name="TextBox 38">
            <a:extLst xmlns:a="http://schemas.openxmlformats.org/drawingml/2006/main">
              <a:ext uri="{FF2B5EF4-FFF2-40B4-BE49-F238E27FC236}">
                <a16:creationId xmlns:a16="http://schemas.microsoft.com/office/drawing/2014/main" id="{650DD7E5-8622-46CD-9953-1ABEDA2313BE}"/>
              </a:ext>
            </a:extLst>
          </p:cNvPr>
          <p:cNvSpPr>
            <a:spLocks xmlns:a="http://schemas.openxmlformats.org/drawingml/2006/main" noGrp="1"/>
          </p:cNvSpPr>
          <p:nvPr/>
        </p:nvSpPr>
        <p:spPr>
          <a:xfrm xmlns:a="http://schemas.openxmlformats.org/drawingml/2006/main" rot="0" flipH="0" flipV="0">
            <a:off x="7136892" y="5178742"/>
            <a:ext cx="92240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质保期保养</a:t>
            </a:r>
          </a:p>
        </p:txBody>
      </p:sp>
      <p:sp>
        <p:nvSpPr>
          <p:cNvPr id="39" name="Freeform 39">
            <a:extLst xmlns:a="http://schemas.openxmlformats.org/drawingml/2006/main">
              <a:ext uri="{FF2B5EF4-FFF2-40B4-BE49-F238E27FC236}">
                <a16:creationId xmlns:a16="http://schemas.microsoft.com/office/drawing/2014/main" id="{3CC22A6B-FC62-4C3B-9AC8-6C4F7065573E}"/>
              </a:ext>
            </a:extLst>
          </p:cNvPr>
          <p:cNvSpPr>
            <a:spLocks xmlns:a="http://schemas.openxmlformats.org/drawingml/2006/main" noGrp="1"/>
          </p:cNvSpPr>
          <p:nvPr/>
        </p:nvSpPr>
        <p:spPr>
          <a:xfrm xmlns:a="http://schemas.openxmlformats.org/drawingml/2006/main" rot="0" flipH="0" flipV="0">
            <a:off x="8806656" y="5223669"/>
            <a:ext cx="130969" cy="87313"/>
          </a:xfrm>
          <a:custGeom xmlns:a="http://schemas.openxmlformats.org/drawingml/2006/main">
            <a:rect l="l" t="t" r="r" b="b"/>
            <a:pathLst>
              <a:path w="130969" h="87313">
                <a:moveTo>
                  <a:pt x="0" y="43656"/>
                </a:moveTo>
                <a:lnTo>
                  <a:pt x="43656" y="87313"/>
                </a:lnTo>
                <a:lnTo>
                  <a:pt x="130969" y="0"/>
                </a:lnTo>
              </a:path>
            </a:pathLst>
          </a:custGeom>
          <a:noFill xmlns:a="http://schemas.openxmlformats.org/drawingml/2006/main"/>
          <a:ln xmlns:a="http://schemas.openxmlformats.org/drawingml/2006/main" w="17463">
            <a:solidFill>
              <a:schemeClr val="accent2"/>
            </a:solidFill>
          </a:ln>
        </p:spPr>
      </p:sp>
      <p:sp>
        <p:nvSpPr>
          <p:cNvPr id="40" name="TextBox 40">
            <a:extLst xmlns:a="http://schemas.openxmlformats.org/drawingml/2006/main">
              <a:ext uri="{FF2B5EF4-FFF2-40B4-BE49-F238E27FC236}">
                <a16:creationId xmlns:a16="http://schemas.microsoft.com/office/drawing/2014/main" id="{4369DBDF-0D75-42DC-855A-5DC760EE855F}"/>
              </a:ext>
            </a:extLst>
          </p:cNvPr>
          <p:cNvSpPr>
            <a:spLocks xmlns:a="http://schemas.openxmlformats.org/drawingml/2006/main" noGrp="1"/>
          </p:cNvSpPr>
          <p:nvPr/>
        </p:nvSpPr>
        <p:spPr>
          <a:xfrm xmlns:a="http://schemas.openxmlformats.org/drawingml/2006/main" rot="0" flipH="0" flipV="0">
            <a:off x="9041892" y="5178742"/>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政府验收</a:t>
            </a:r>
          </a:p>
        </p:txBody>
      </p:sp>
      <p:sp>
        <p:nvSpPr>
          <p:cNvPr id="41" name="TextBox 41">
            <a:extLst xmlns:a="http://schemas.openxmlformats.org/drawingml/2006/main">
              <a:ext uri="{FF2B5EF4-FFF2-40B4-BE49-F238E27FC236}">
                <a16:creationId xmlns:a16="http://schemas.microsoft.com/office/drawing/2014/main" id="{1958ED0C-C035-435B-A100-80FA0F89A1A3}"/>
              </a:ext>
            </a:extLst>
          </p:cNvPr>
          <p:cNvSpPr>
            <a:spLocks xmlns:a="http://schemas.openxmlformats.org/drawingml/2006/main" noGrp="1"/>
          </p:cNvSpPr>
          <p:nvPr/>
        </p:nvSpPr>
        <p:spPr>
          <a:xfrm xmlns:a="http://schemas.openxmlformats.org/drawingml/2006/main" rot="0" flipH="0" flipV="0">
            <a:off x="869442" y="5531168"/>
            <a:ext cx="543839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整改费用来自 PDF 附件二，建议在合同中单列并确认税费口径。</a:t>
            </a:r>
          </a:p>
        </p:txBody>
      </p:sp>
    </p:spTree>
    <p:extLst>
      <p:ext uri="{BB962C8B-B14F-4D97-AF65-F5344CB8AC3E}">
        <p14:creationId xmlns:p14="http://schemas.microsoft.com/office/powerpoint/2010/main" val="168351719"/>
      </p:ext>
    </p:extLst>
  </p:cSld>
</p:sld>
</file>

<file path=ppt/slides/slide5.xml><?xml version="1.0" encoding="utf-8"?>
<p:sld xmlns:p="http://schemas.openxmlformats.org/presentationml/2006/main" showMasterSp="1">
  <p:cSld>
    <p:spTree>
      <p:nvGrpSpPr>
        <p:cNvPr id="1" name=""/>
        <p:cNvGrpSpPr/>
        <p:nvPr/>
      </p:nvGrpSpPr>
      <p:grpSpPr>
        <a:xfrm xmlns:a="http://schemas.openxmlformats.org/drawingml/2006/main"/>
      </p:grpSpPr>
      <p:sp>
        <p:nvSpPr>
          <p:cNvPr id="8" name="two-col-title-slot Placeholder Carrier">
            <a:extLst xmlns:a="http://schemas.openxmlformats.org/drawingml/2006/main">
              <a:ext uri="{FF2B5EF4-FFF2-40B4-BE49-F238E27FC236}">
                <a16:creationId xmlns:a16="http://schemas.microsoft.com/office/drawing/2014/main" id="{B2ECCD1B-9787-4DCD-9064-5D0F7923CBB3}"/>
              </a:ext>
            </a:extLst>
          </p:cNvPr>
          <p:cNvSpPr>
            <a:spLocks xmlns:a="http://schemas.openxmlformats.org/drawingml/2006/main" noGrp="1"/>
          </p:cNvSpPr>
          <p:nvPr>
            <p:ph type="title" idx="0"/>
          </p:nvPr>
        </p:nvSpPr>
        <p:spPr>
          <a:xfrm xmlns:a="http://schemas.openxmlformats.org/drawingml/2006/main">
            <a:off x="511683" y="350520"/>
            <a:ext cx="5113020"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两套方案覆盖不同载重与轿厢需求</a:t>
            </a:r>
          </a:p>
        </p:txBody>
      </p:sp>
      <p:sp>
        <p:nvSpPr>
          <p:cNvPr id="9" name="two-col-key-slot Placeholder Carrier">
            <a:extLst xmlns:a="http://schemas.openxmlformats.org/drawingml/2006/main">
              <a:ext uri="{FF2B5EF4-FFF2-40B4-BE49-F238E27FC236}">
                <a16:creationId xmlns:a16="http://schemas.microsoft.com/office/drawing/2014/main" id="{C4C99439-30BA-4D43-990E-30E7783E2711}"/>
              </a:ext>
            </a:extLst>
          </p:cNvPr>
          <p:cNvSpPr>
            <a:spLocks xmlns:a="http://schemas.openxmlformats.org/drawingml/2006/main" noGrp="1"/>
          </p:cNvSpPr>
          <p:nvPr>
            <p:ph type="subTitle" idx="1"/>
          </p:nvPr>
        </p:nvSpPr>
        <p:spPr>
          <a:xfrm xmlns:a="http://schemas.openxmlformats.org/drawingml/2006/main">
            <a:off x="514731" y="1062990"/>
            <a:ext cx="6938833"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共同采用 1.0 m/s、4 层 4 站 5 门与 1200 × 2300 mm 中分门</a:t>
            </a:r>
          </a:p>
        </p:txBody>
      </p:sp>
      <p:sp>
        <p:nvSpPr>
          <p:cNvPr id="10" name="two-col-left-slot Placeholder Carrier">
            <a:extLst xmlns:a="http://schemas.openxmlformats.org/drawingml/2006/main">
              <a:ext uri="{FF2B5EF4-FFF2-40B4-BE49-F238E27FC236}">
                <a16:creationId xmlns:a16="http://schemas.microsoft.com/office/drawing/2014/main" id="{8E7FC549-6094-4A8E-B6B0-FB4AC4CEF4F8}"/>
              </a:ext>
            </a:extLst>
          </p:cNvPr>
          <p:cNvSpPr>
            <a:spLocks xmlns:a="http://schemas.openxmlformats.org/drawingml/2006/main" noGrp="1"/>
          </p:cNvSpPr>
          <p:nvPr>
            <p:ph type="body" idx="2"/>
          </p:nvPr>
        </p:nvSpPr>
        <p:spPr>
          <a:xfrm xmlns:a="http://schemas.openxmlformats.org/drawingml/2006/main">
            <a:off x="515748" y="1684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1" name="two-col-right-slot Placeholder Carrier">
            <a:extLst xmlns:a="http://schemas.openxmlformats.org/drawingml/2006/main">
              <a:ext uri="{FF2B5EF4-FFF2-40B4-BE49-F238E27FC236}">
                <a16:creationId xmlns:a16="http://schemas.microsoft.com/office/drawing/2014/main" id="{3D2AB9A2-7B4A-4114-9B1C-0B1CAB3A6E1E}"/>
              </a:ext>
            </a:extLst>
          </p:cNvPr>
          <p:cNvSpPr>
            <a:spLocks xmlns:a="http://schemas.openxmlformats.org/drawingml/2006/main" noGrp="1"/>
          </p:cNvSpPr>
          <p:nvPr>
            <p:ph type="body" idx="3"/>
          </p:nvPr>
        </p:nvSpPr>
        <p:spPr>
          <a:xfrm xmlns:a="http://schemas.openxmlformats.org/drawingml/2006/main">
            <a:off x="6468873" y="1684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2" name="two-col-page-num-slot Placeholder Carrier">
            <a:extLst xmlns:a="http://schemas.openxmlformats.org/drawingml/2006/main">
              <a:ext uri="{FF2B5EF4-FFF2-40B4-BE49-F238E27FC236}">
                <a16:creationId xmlns:a16="http://schemas.microsoft.com/office/drawing/2014/main" id="{C3724118-3C59-40E1-BA30-EC7C52BB119D}"/>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05</a:t>
            </a:r>
          </a:p>
        </p:txBody>
      </p:sp>
      <p:sp>
        <p:nvSpPr>
          <p:cNvPr id="13" name="TextBox 13">
            <a:extLst xmlns:a="http://schemas.openxmlformats.org/drawingml/2006/main">
              <a:ext uri="{FF2B5EF4-FFF2-40B4-BE49-F238E27FC236}">
                <a16:creationId xmlns:a16="http://schemas.microsoft.com/office/drawing/2014/main" id="{D16A418A-AB49-42FA-A062-529E098573E0}"/>
              </a:ext>
            </a:extLst>
          </p:cNvPr>
          <p:cNvSpPr>
            <a:spLocks xmlns:a="http://schemas.openxmlformats.org/drawingml/2006/main" noGrp="1"/>
          </p:cNvSpPr>
          <p:nvPr/>
        </p:nvSpPr>
        <p:spPr>
          <a:xfrm xmlns:a="http://schemas.openxmlformats.org/drawingml/2006/main" rot="0" flipH="0" flipV="0">
            <a:off x="732282" y="1811655"/>
            <a:ext cx="1511122"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chemeClr val="accent1"/>
                </a:solidFill>
                <a:latin typeface="Arial"/>
                <a:ea typeface="Arial"/>
                <a:cs typeface="Arial"/>
              </a:rPr>
              <a:t>LEHY-III-S</a:t>
            </a:r>
          </a:p>
        </p:txBody>
      </p:sp>
      <p:sp>
        <p:nvSpPr>
          <p:cNvPr id="14" name="TextBox 14">
            <a:extLst xmlns:a="http://schemas.openxmlformats.org/drawingml/2006/main">
              <a:ext uri="{FF2B5EF4-FFF2-40B4-BE49-F238E27FC236}">
                <a16:creationId xmlns:a16="http://schemas.microsoft.com/office/drawing/2014/main" id="{10510E30-48A8-4EDC-813A-13B25AD18652}"/>
              </a:ext>
            </a:extLst>
          </p:cNvPr>
          <p:cNvSpPr>
            <a:spLocks xmlns:a="http://schemas.openxmlformats.org/drawingml/2006/main" noGrp="1"/>
          </p:cNvSpPr>
          <p:nvPr/>
        </p:nvSpPr>
        <p:spPr>
          <a:xfrm xmlns:a="http://schemas.openxmlformats.org/drawingml/2006/main" rot="0" flipH="0" flipV="0">
            <a:off x="736092" y="2216468"/>
            <a:ext cx="183108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1# · 1600 kg · 贯通门</a:t>
            </a:r>
          </a:p>
        </p:txBody>
      </p:sp>
      <p:sp>
        <p:nvSpPr>
          <p:cNvPr id="15" name="Rectangle 15">
            <a:extLst xmlns:a="http://schemas.openxmlformats.org/drawingml/2006/main">
              <a:ext uri="{FF2B5EF4-FFF2-40B4-BE49-F238E27FC236}">
                <a16:creationId xmlns:a16="http://schemas.microsoft.com/office/drawing/2014/main" id="{55501D4F-D010-42D9-A58A-6E4647C67EBB}"/>
              </a:ext>
            </a:extLst>
          </p:cNvPr>
          <p:cNvSpPr>
            <a:spLocks xmlns:a="http://schemas.openxmlformats.org/drawingml/2006/main" noGrp="1"/>
          </p:cNvSpPr>
          <p:nvPr/>
        </p:nvSpPr>
        <p:spPr>
          <a:xfrm xmlns:a="http://schemas.openxmlformats.org/drawingml/2006/main" rot="0" flipH="0" flipV="0">
            <a:off x="742950" y="2571750"/>
            <a:ext cx="4619625" cy="704850"/>
          </a:xfrm>
          <a:prstGeom xmlns:a="http://schemas.openxmlformats.org/drawingml/2006/main" prst="rect">
            <a:avLst/>
          </a:prstGeom>
          <a:solidFill xmlns:a="http://schemas.openxmlformats.org/drawingml/2006/main">
            <a:schemeClr val="accent5"/>
          </a:solidFill>
          <a:ln xmlns:a="http://schemas.openxmlformats.org/drawingml/2006/main">
            <a:noFill/>
          </a:ln>
        </p:spPr>
      </p:sp>
      <p:sp>
        <p:nvSpPr>
          <p:cNvPr id="16" name="TextBox 16">
            <a:extLst xmlns:a="http://schemas.openxmlformats.org/drawingml/2006/main">
              <a:ext uri="{FF2B5EF4-FFF2-40B4-BE49-F238E27FC236}">
                <a16:creationId xmlns:a16="http://schemas.microsoft.com/office/drawing/2014/main" id="{1A281DFF-D364-4ABE-8253-83B5B2B3C0FE}"/>
              </a:ext>
            </a:extLst>
          </p:cNvPr>
          <p:cNvSpPr>
            <a:spLocks xmlns:a="http://schemas.openxmlformats.org/drawingml/2006/main" noGrp="1"/>
          </p:cNvSpPr>
          <p:nvPr/>
        </p:nvSpPr>
        <p:spPr>
          <a:xfrm xmlns:a="http://schemas.openxmlformats.org/drawingml/2006/main" rot="0" flipH="0" flipV="0">
            <a:off x="964692" y="2730818"/>
            <a:ext cx="37719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报价</a:t>
            </a:r>
          </a:p>
        </p:txBody>
      </p:sp>
      <p:sp>
        <p:nvSpPr>
          <p:cNvPr id="17" name="TextBox 17">
            <a:extLst xmlns:a="http://schemas.openxmlformats.org/drawingml/2006/main">
              <a:ext uri="{FF2B5EF4-FFF2-40B4-BE49-F238E27FC236}">
                <a16:creationId xmlns:a16="http://schemas.microsoft.com/office/drawing/2014/main" id="{B3857A64-E809-4FA9-8229-A849810BBB43}"/>
              </a:ext>
            </a:extLst>
          </p:cNvPr>
          <p:cNvSpPr>
            <a:spLocks xmlns:a="http://schemas.openxmlformats.org/drawingml/2006/main" noGrp="1"/>
          </p:cNvSpPr>
          <p:nvPr/>
        </p:nvSpPr>
        <p:spPr>
          <a:xfrm xmlns:a="http://schemas.openxmlformats.org/drawingml/2006/main" rot="0" flipH="0" flipV="0">
            <a:off x="959358" y="2903220"/>
            <a:ext cx="1771482"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chemeClr val="accent1"/>
                </a:solidFill>
                <a:latin typeface="Arial"/>
                <a:ea typeface="Arial"/>
                <a:cs typeface="Arial"/>
              </a:rPr>
              <a:t>223,800 元</a:t>
            </a:r>
          </a:p>
        </p:txBody>
      </p:sp>
      <p:sp>
        <p:nvSpPr>
          <p:cNvPr id="18" name="Line 18">
            <a:extLst xmlns:a="http://schemas.openxmlformats.org/drawingml/2006/main">
              <a:ext uri="{FF2B5EF4-FFF2-40B4-BE49-F238E27FC236}">
                <a16:creationId xmlns:a16="http://schemas.microsoft.com/office/drawing/2014/main" id="{01C3D330-8EE6-4E1E-8C51-287C84CED76F}"/>
              </a:ext>
            </a:extLst>
          </p:cNvPr>
          <p:cNvSpPr>
            <a:spLocks xmlns:a="http://schemas.openxmlformats.org/drawingml/2006/main" noGrp="1"/>
          </p:cNvSpPr>
          <p:nvPr/>
        </p:nvSpPr>
        <p:spPr>
          <a:xfrm xmlns:a="http://schemas.openxmlformats.org/drawingml/2006/main" rot="0" flipH="0" flipV="0">
            <a:off x="742950" y="3524250"/>
            <a:ext cx="4619625" cy="9525"/>
          </a:xfrm>
          <a:custGeom xmlns:a="http://schemas.openxmlformats.org/drawingml/2006/main">
            <a:rect l="l" t="t" r="r" b="b"/>
            <a:pathLst>
              <a:path w="4619625" h="9525">
                <a:moveTo>
                  <a:pt x="0" y="0"/>
                </a:moveTo>
                <a:lnTo>
                  <a:pt x="4619625" y="0"/>
                </a:lnTo>
              </a:path>
            </a:pathLst>
          </a:custGeom>
          <a:noFill xmlns:a="http://schemas.openxmlformats.org/drawingml/2006/main"/>
          <a:ln xmlns:a="http://schemas.openxmlformats.org/drawingml/2006/main" w="19050">
            <a:solidFill>
              <a:srgbClr val="97CBFF"/>
            </a:solidFill>
          </a:ln>
        </p:spPr>
      </p:sp>
      <p:sp>
        <p:nvSpPr>
          <p:cNvPr id="19" name="TextBox 19">
            <a:extLst xmlns:a="http://schemas.openxmlformats.org/drawingml/2006/main">
              <a:ext uri="{FF2B5EF4-FFF2-40B4-BE49-F238E27FC236}">
                <a16:creationId xmlns:a16="http://schemas.microsoft.com/office/drawing/2014/main" id="{B3928259-F2E1-4705-8EE4-A2EE49A3327B}"/>
              </a:ext>
            </a:extLst>
          </p:cNvPr>
          <p:cNvSpPr>
            <a:spLocks xmlns:a="http://schemas.openxmlformats.org/drawingml/2006/main" noGrp="1"/>
          </p:cNvSpPr>
          <p:nvPr/>
        </p:nvSpPr>
        <p:spPr>
          <a:xfrm xmlns:a="http://schemas.openxmlformats.org/drawingml/2006/main" rot="0" flipH="0" flipV="0">
            <a:off x="850392" y="37404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轿厢尺寸</a:t>
            </a:r>
          </a:p>
        </p:txBody>
      </p:sp>
      <p:sp>
        <p:nvSpPr>
          <p:cNvPr id="20" name="TextBox 20">
            <a:extLst xmlns:a="http://schemas.openxmlformats.org/drawingml/2006/main">
              <a:ext uri="{FF2B5EF4-FFF2-40B4-BE49-F238E27FC236}">
                <a16:creationId xmlns:a16="http://schemas.microsoft.com/office/drawing/2014/main" id="{8DDA30C7-6125-4235-92BC-73F3D8E23B04}"/>
              </a:ext>
            </a:extLst>
          </p:cNvPr>
          <p:cNvSpPr>
            <a:spLocks xmlns:a="http://schemas.openxmlformats.org/drawingml/2006/main" noGrp="1"/>
          </p:cNvSpPr>
          <p:nvPr/>
        </p:nvSpPr>
        <p:spPr>
          <a:xfrm xmlns:a="http://schemas.openxmlformats.org/drawingml/2006/main" rot="0" flipH="0" flipV="0">
            <a:off x="2372868" y="3708082"/>
            <a:ext cx="2092503"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2000 × 1700 × 2600</a:t>
            </a:r>
          </a:p>
        </p:txBody>
      </p:sp>
      <p:sp>
        <p:nvSpPr>
          <p:cNvPr id="21" name="TextBox 21">
            <a:extLst xmlns:a="http://schemas.openxmlformats.org/drawingml/2006/main">
              <a:ext uri="{FF2B5EF4-FFF2-40B4-BE49-F238E27FC236}">
                <a16:creationId xmlns:a16="http://schemas.microsoft.com/office/drawing/2014/main" id="{EDE8D65A-A51E-4C35-A053-57DE82ADFCF6}"/>
              </a:ext>
            </a:extLst>
          </p:cNvPr>
          <p:cNvSpPr>
            <a:spLocks xmlns:a="http://schemas.openxmlformats.org/drawingml/2006/main" noGrp="1"/>
          </p:cNvSpPr>
          <p:nvPr/>
        </p:nvSpPr>
        <p:spPr>
          <a:xfrm xmlns:a="http://schemas.openxmlformats.org/drawingml/2006/main" rot="0" flipH="0" flipV="0">
            <a:off x="850392" y="417861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整改附加</a:t>
            </a:r>
          </a:p>
        </p:txBody>
      </p:sp>
      <p:sp>
        <p:nvSpPr>
          <p:cNvPr id="22" name="TextBox 22">
            <a:extLst xmlns:a="http://schemas.openxmlformats.org/drawingml/2006/main">
              <a:ext uri="{FF2B5EF4-FFF2-40B4-BE49-F238E27FC236}">
                <a16:creationId xmlns:a16="http://schemas.microsoft.com/office/drawing/2014/main" id="{E2984E5C-301C-42C6-92D6-34A5CDDD5BCC}"/>
              </a:ext>
            </a:extLst>
          </p:cNvPr>
          <p:cNvSpPr>
            <a:spLocks xmlns:a="http://schemas.openxmlformats.org/drawingml/2006/main" noGrp="1"/>
          </p:cNvSpPr>
          <p:nvPr/>
        </p:nvSpPr>
        <p:spPr>
          <a:xfrm xmlns:a="http://schemas.openxmlformats.org/drawingml/2006/main" rot="0" flipH="0" flipV="0">
            <a:off x="2372868" y="4146232"/>
            <a:ext cx="108961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32,000 元</a:t>
            </a:r>
          </a:p>
        </p:txBody>
      </p:sp>
      <p:sp>
        <p:nvSpPr>
          <p:cNvPr id="23" name="TextBox 23">
            <a:extLst xmlns:a="http://schemas.openxmlformats.org/drawingml/2006/main">
              <a:ext uri="{FF2B5EF4-FFF2-40B4-BE49-F238E27FC236}">
                <a16:creationId xmlns:a16="http://schemas.microsoft.com/office/drawing/2014/main" id="{C0ECB332-73CB-4603-A5D3-618997865A67}"/>
              </a:ext>
            </a:extLst>
          </p:cNvPr>
          <p:cNvSpPr>
            <a:spLocks xmlns:a="http://schemas.openxmlformats.org/drawingml/2006/main" noGrp="1"/>
          </p:cNvSpPr>
          <p:nvPr/>
        </p:nvSpPr>
        <p:spPr>
          <a:xfrm xmlns:a="http://schemas.openxmlformats.org/drawingml/2006/main" rot="0" flipH="0" flipV="0">
            <a:off x="850392" y="46167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产品定位</a:t>
            </a:r>
          </a:p>
        </p:txBody>
      </p:sp>
      <p:sp>
        <p:nvSpPr>
          <p:cNvPr id="24" name="TextBox 24">
            <a:extLst xmlns:a="http://schemas.openxmlformats.org/drawingml/2006/main">
              <a:ext uri="{FF2B5EF4-FFF2-40B4-BE49-F238E27FC236}">
                <a16:creationId xmlns:a16="http://schemas.microsoft.com/office/drawing/2014/main" id="{03090D40-2A6B-4258-A136-2ADDDF79D105}"/>
              </a:ext>
            </a:extLst>
          </p:cNvPr>
          <p:cNvSpPr>
            <a:spLocks xmlns:a="http://schemas.openxmlformats.org/drawingml/2006/main" noGrp="1"/>
          </p:cNvSpPr>
          <p:nvPr/>
        </p:nvSpPr>
        <p:spPr>
          <a:xfrm xmlns:a="http://schemas.openxmlformats.org/drawingml/2006/main" rot="0" flipH="0" flipV="0">
            <a:off x="2372868" y="4584382"/>
            <a:ext cx="179374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标准型小机房电梯</a:t>
            </a:r>
          </a:p>
        </p:txBody>
      </p:sp>
      <p:sp>
        <p:nvSpPr>
          <p:cNvPr id="25" name="TextBox 25">
            <a:extLst xmlns:a="http://schemas.openxmlformats.org/drawingml/2006/main">
              <a:ext uri="{FF2B5EF4-FFF2-40B4-BE49-F238E27FC236}">
                <a16:creationId xmlns:a16="http://schemas.microsoft.com/office/drawing/2014/main" id="{CAFC299C-53A9-46A0-B562-07E7E6DB36C3}"/>
              </a:ext>
            </a:extLst>
          </p:cNvPr>
          <p:cNvSpPr>
            <a:spLocks xmlns:a="http://schemas.openxmlformats.org/drawingml/2006/main" noGrp="1"/>
          </p:cNvSpPr>
          <p:nvPr/>
        </p:nvSpPr>
        <p:spPr>
          <a:xfrm xmlns:a="http://schemas.openxmlformats.org/drawingml/2006/main" rot="0" flipH="0" flipV="0">
            <a:off x="850392" y="5207318"/>
            <a:ext cx="338373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特点：PM 曳引机、智能门机、LED 节能</a:t>
            </a:r>
          </a:p>
        </p:txBody>
      </p:sp>
      <p:sp>
        <p:nvSpPr>
          <p:cNvPr id="27" name="TextBox 27">
            <a:extLst xmlns:a="http://schemas.openxmlformats.org/drawingml/2006/main">
              <a:ext uri="{FF2B5EF4-FFF2-40B4-BE49-F238E27FC236}">
                <a16:creationId xmlns:a16="http://schemas.microsoft.com/office/drawing/2014/main" id="{D8DB0C9B-26EF-4417-93DC-5B14A660985A}"/>
              </a:ext>
            </a:extLst>
          </p:cNvPr>
          <p:cNvSpPr>
            <a:spLocks xmlns:a="http://schemas.openxmlformats.org/drawingml/2006/main" noGrp="1"/>
          </p:cNvSpPr>
          <p:nvPr/>
        </p:nvSpPr>
        <p:spPr>
          <a:xfrm xmlns:a="http://schemas.openxmlformats.org/drawingml/2006/main" rot="0" flipH="0" flipV="0">
            <a:off x="6685407" y="1811655"/>
            <a:ext cx="1464076"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chemeClr val="accent1"/>
                </a:solidFill>
                <a:latin typeface="Arial"/>
                <a:ea typeface="Arial"/>
                <a:cs typeface="Arial"/>
              </a:rPr>
              <a:t>LEHY-PRO</a:t>
            </a:r>
          </a:p>
        </p:txBody>
      </p:sp>
      <p:sp>
        <p:nvSpPr>
          <p:cNvPr id="28" name="TextBox 28">
            <a:extLst xmlns:a="http://schemas.openxmlformats.org/drawingml/2006/main">
              <a:ext uri="{FF2B5EF4-FFF2-40B4-BE49-F238E27FC236}">
                <a16:creationId xmlns:a16="http://schemas.microsoft.com/office/drawing/2014/main" id="{562257EF-AA59-4DB5-B001-5A35B16112A7}"/>
              </a:ext>
            </a:extLst>
          </p:cNvPr>
          <p:cNvSpPr>
            <a:spLocks xmlns:a="http://schemas.openxmlformats.org/drawingml/2006/main" noGrp="1"/>
          </p:cNvSpPr>
          <p:nvPr/>
        </p:nvSpPr>
        <p:spPr>
          <a:xfrm xmlns:a="http://schemas.openxmlformats.org/drawingml/2006/main" rot="0" flipH="0" flipV="0">
            <a:off x="6689217" y="2216468"/>
            <a:ext cx="183108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2# · 2025 kg · 贯通门</a:t>
            </a:r>
          </a:p>
        </p:txBody>
      </p:sp>
      <p:sp>
        <p:nvSpPr>
          <p:cNvPr id="29" name="Rectangle 29">
            <a:extLst xmlns:a="http://schemas.openxmlformats.org/drawingml/2006/main">
              <a:ext uri="{FF2B5EF4-FFF2-40B4-BE49-F238E27FC236}">
                <a16:creationId xmlns:a16="http://schemas.microsoft.com/office/drawing/2014/main" id="{96FA3B2E-3483-4728-955D-2365FC4A5CD5}"/>
              </a:ext>
            </a:extLst>
          </p:cNvPr>
          <p:cNvSpPr>
            <a:spLocks xmlns:a="http://schemas.openxmlformats.org/drawingml/2006/main" noGrp="1"/>
          </p:cNvSpPr>
          <p:nvPr/>
        </p:nvSpPr>
        <p:spPr>
          <a:xfrm xmlns:a="http://schemas.openxmlformats.org/drawingml/2006/main" rot="0" flipH="0" flipV="0">
            <a:off x="6696075" y="2571750"/>
            <a:ext cx="4619625" cy="704850"/>
          </a:xfrm>
          <a:prstGeom xmlns:a="http://schemas.openxmlformats.org/drawingml/2006/main" prst="rect">
            <a:avLst/>
          </a:prstGeom>
          <a:solidFill xmlns:a="http://schemas.openxmlformats.org/drawingml/2006/main">
            <a:schemeClr val="accent1"/>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70CD1CF1-BC55-4363-A5FD-BBCB9AD28740}"/>
              </a:ext>
            </a:extLst>
          </p:cNvPr>
          <p:cNvSpPr>
            <a:spLocks xmlns:a="http://schemas.openxmlformats.org/drawingml/2006/main" noGrp="1"/>
          </p:cNvSpPr>
          <p:nvPr/>
        </p:nvSpPr>
        <p:spPr>
          <a:xfrm xmlns:a="http://schemas.openxmlformats.org/drawingml/2006/main" rot="0" flipH="0" flipV="0">
            <a:off x="6917817" y="2730818"/>
            <a:ext cx="37719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DCEBFA"/>
                </a:solidFill>
                <a:latin typeface="Arial"/>
                <a:ea typeface="Arial"/>
                <a:cs typeface="Arial"/>
              </a:rPr>
              <a:t>报价</a:t>
            </a:r>
          </a:p>
        </p:txBody>
      </p:sp>
      <p:sp>
        <p:nvSpPr>
          <p:cNvPr id="31" name="TextBox 31">
            <a:extLst xmlns:a="http://schemas.openxmlformats.org/drawingml/2006/main">
              <a:ext uri="{FF2B5EF4-FFF2-40B4-BE49-F238E27FC236}">
                <a16:creationId xmlns:a16="http://schemas.microsoft.com/office/drawing/2014/main" id="{1C5A01C3-8BA1-4489-B6E3-3B1B1725E91F}"/>
              </a:ext>
            </a:extLst>
          </p:cNvPr>
          <p:cNvSpPr>
            <a:spLocks xmlns:a="http://schemas.openxmlformats.org/drawingml/2006/main" noGrp="1"/>
          </p:cNvSpPr>
          <p:nvPr/>
        </p:nvSpPr>
        <p:spPr>
          <a:xfrm xmlns:a="http://schemas.openxmlformats.org/drawingml/2006/main" rot="0" flipH="0" flipV="0">
            <a:off x="6912483" y="2903220"/>
            <a:ext cx="1771482"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Arial"/>
                <a:ea typeface="Arial"/>
                <a:cs typeface="Arial"/>
              </a:rPr>
              <a:t>298,000 元</a:t>
            </a:r>
          </a:p>
        </p:txBody>
      </p:sp>
      <p:sp>
        <p:nvSpPr>
          <p:cNvPr id="32" name="Line 32">
            <a:extLst xmlns:a="http://schemas.openxmlformats.org/drawingml/2006/main">
              <a:ext uri="{FF2B5EF4-FFF2-40B4-BE49-F238E27FC236}">
                <a16:creationId xmlns:a16="http://schemas.microsoft.com/office/drawing/2014/main" id="{1268175F-78A8-4193-A3A9-182D78C271D5}"/>
              </a:ext>
            </a:extLst>
          </p:cNvPr>
          <p:cNvSpPr>
            <a:spLocks xmlns:a="http://schemas.openxmlformats.org/drawingml/2006/main" noGrp="1"/>
          </p:cNvSpPr>
          <p:nvPr/>
        </p:nvSpPr>
        <p:spPr>
          <a:xfrm xmlns:a="http://schemas.openxmlformats.org/drawingml/2006/main" rot="0" flipH="0" flipV="0">
            <a:off x="6696075" y="3524250"/>
            <a:ext cx="4619625" cy="9525"/>
          </a:xfrm>
          <a:custGeom xmlns:a="http://schemas.openxmlformats.org/drawingml/2006/main">
            <a:rect l="l" t="t" r="r" b="b"/>
            <a:pathLst>
              <a:path w="4619625" h="9525">
                <a:moveTo>
                  <a:pt x="0" y="0"/>
                </a:moveTo>
                <a:lnTo>
                  <a:pt x="4619625" y="0"/>
                </a:lnTo>
              </a:path>
            </a:pathLst>
          </a:custGeom>
          <a:noFill xmlns:a="http://schemas.openxmlformats.org/drawingml/2006/main"/>
          <a:ln xmlns:a="http://schemas.openxmlformats.org/drawingml/2006/main" w="19050">
            <a:solidFill>
              <a:srgbClr val="97CBFF"/>
            </a:solidFill>
          </a:ln>
        </p:spPr>
      </p:sp>
      <p:sp>
        <p:nvSpPr>
          <p:cNvPr id="33" name="TextBox 33">
            <a:extLst xmlns:a="http://schemas.openxmlformats.org/drawingml/2006/main">
              <a:ext uri="{FF2B5EF4-FFF2-40B4-BE49-F238E27FC236}">
                <a16:creationId xmlns:a16="http://schemas.microsoft.com/office/drawing/2014/main" id="{1B46B2B4-01E1-443C-8C35-E9816D49962A}"/>
              </a:ext>
            </a:extLst>
          </p:cNvPr>
          <p:cNvSpPr>
            <a:spLocks xmlns:a="http://schemas.openxmlformats.org/drawingml/2006/main" noGrp="1"/>
          </p:cNvSpPr>
          <p:nvPr/>
        </p:nvSpPr>
        <p:spPr>
          <a:xfrm xmlns:a="http://schemas.openxmlformats.org/drawingml/2006/main" rot="0" flipH="0" flipV="0">
            <a:off x="6803517" y="37404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轿厢尺寸</a:t>
            </a:r>
          </a:p>
        </p:txBody>
      </p:sp>
      <p:sp>
        <p:nvSpPr>
          <p:cNvPr id="34" name="TextBox 34">
            <a:extLst xmlns:a="http://schemas.openxmlformats.org/drawingml/2006/main">
              <a:ext uri="{FF2B5EF4-FFF2-40B4-BE49-F238E27FC236}">
                <a16:creationId xmlns:a16="http://schemas.microsoft.com/office/drawing/2014/main" id="{524DFFFB-8027-4411-B9BC-EA804C035E3D}"/>
              </a:ext>
            </a:extLst>
          </p:cNvPr>
          <p:cNvSpPr>
            <a:spLocks xmlns:a="http://schemas.openxmlformats.org/drawingml/2006/main" noGrp="1"/>
          </p:cNvSpPr>
          <p:nvPr/>
        </p:nvSpPr>
        <p:spPr>
          <a:xfrm xmlns:a="http://schemas.openxmlformats.org/drawingml/2006/main" rot="0" flipH="0" flipV="0">
            <a:off x="8325993" y="3708082"/>
            <a:ext cx="2092503"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1600 × 2600 × 2600</a:t>
            </a:r>
          </a:p>
        </p:txBody>
      </p:sp>
      <p:sp>
        <p:nvSpPr>
          <p:cNvPr id="35" name="TextBox 35">
            <a:extLst xmlns:a="http://schemas.openxmlformats.org/drawingml/2006/main">
              <a:ext uri="{FF2B5EF4-FFF2-40B4-BE49-F238E27FC236}">
                <a16:creationId xmlns:a16="http://schemas.microsoft.com/office/drawing/2014/main" id="{590326CF-2427-438B-A0D9-C6DC6C28B2B9}"/>
              </a:ext>
            </a:extLst>
          </p:cNvPr>
          <p:cNvSpPr>
            <a:spLocks xmlns:a="http://schemas.openxmlformats.org/drawingml/2006/main" noGrp="1"/>
          </p:cNvSpPr>
          <p:nvPr/>
        </p:nvSpPr>
        <p:spPr>
          <a:xfrm xmlns:a="http://schemas.openxmlformats.org/drawingml/2006/main" rot="0" flipH="0" flipV="0">
            <a:off x="6803517" y="417861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整改附加</a:t>
            </a:r>
          </a:p>
        </p:txBody>
      </p:sp>
      <p:sp>
        <p:nvSpPr>
          <p:cNvPr id="36" name="TextBox 36">
            <a:extLst xmlns:a="http://schemas.openxmlformats.org/drawingml/2006/main">
              <a:ext uri="{FF2B5EF4-FFF2-40B4-BE49-F238E27FC236}">
                <a16:creationId xmlns:a16="http://schemas.microsoft.com/office/drawing/2014/main" id="{E2845A50-42D6-4AF7-A8B0-35DC1D852AD8}"/>
              </a:ext>
            </a:extLst>
          </p:cNvPr>
          <p:cNvSpPr>
            <a:spLocks xmlns:a="http://schemas.openxmlformats.org/drawingml/2006/main" noGrp="1"/>
          </p:cNvSpPr>
          <p:nvPr/>
        </p:nvSpPr>
        <p:spPr>
          <a:xfrm xmlns:a="http://schemas.openxmlformats.org/drawingml/2006/main" rot="0" flipH="0" flipV="0">
            <a:off x="8325993" y="4146232"/>
            <a:ext cx="108961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29,000 元</a:t>
            </a:r>
          </a:p>
        </p:txBody>
      </p:sp>
      <p:sp>
        <p:nvSpPr>
          <p:cNvPr id="37" name="TextBox 37">
            <a:extLst xmlns:a="http://schemas.openxmlformats.org/drawingml/2006/main">
              <a:ext uri="{FF2B5EF4-FFF2-40B4-BE49-F238E27FC236}">
                <a16:creationId xmlns:a16="http://schemas.microsoft.com/office/drawing/2014/main" id="{7B5E8E47-6122-4AD3-9202-9E92D520BEAD}"/>
              </a:ext>
            </a:extLst>
          </p:cNvPr>
          <p:cNvSpPr>
            <a:spLocks xmlns:a="http://schemas.openxmlformats.org/drawingml/2006/main" noGrp="1"/>
          </p:cNvSpPr>
          <p:nvPr/>
        </p:nvSpPr>
        <p:spPr>
          <a:xfrm xmlns:a="http://schemas.openxmlformats.org/drawingml/2006/main" rot="0" flipH="0" flipV="0">
            <a:off x="6803517" y="46167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产品定位</a:t>
            </a:r>
          </a:p>
        </p:txBody>
      </p:sp>
      <p:sp>
        <p:nvSpPr>
          <p:cNvPr id="38" name="TextBox 38">
            <a:extLst xmlns:a="http://schemas.openxmlformats.org/drawingml/2006/main">
              <a:ext uri="{FF2B5EF4-FFF2-40B4-BE49-F238E27FC236}">
                <a16:creationId xmlns:a16="http://schemas.microsoft.com/office/drawing/2014/main" id="{FF480B33-2D61-447F-A278-94624A0682AD}"/>
              </a:ext>
            </a:extLst>
          </p:cNvPr>
          <p:cNvSpPr>
            <a:spLocks xmlns:a="http://schemas.openxmlformats.org/drawingml/2006/main" noGrp="1"/>
          </p:cNvSpPr>
          <p:nvPr/>
        </p:nvSpPr>
        <p:spPr>
          <a:xfrm xmlns:a="http://schemas.openxmlformats.org/drawingml/2006/main" rot="0" flipH="0" flipV="0">
            <a:off x="8325993" y="4584382"/>
            <a:ext cx="179374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新一代小机房电梯</a:t>
            </a:r>
          </a:p>
        </p:txBody>
      </p:sp>
      <p:sp>
        <p:nvSpPr>
          <p:cNvPr id="39" name="TextBox 39">
            <a:extLst xmlns:a="http://schemas.openxmlformats.org/drawingml/2006/main">
              <a:ext uri="{FF2B5EF4-FFF2-40B4-BE49-F238E27FC236}">
                <a16:creationId xmlns:a16="http://schemas.microsoft.com/office/drawing/2014/main" id="{6D840E52-D4A5-41EF-95E8-FA242A50C88F}"/>
              </a:ext>
            </a:extLst>
          </p:cNvPr>
          <p:cNvSpPr>
            <a:spLocks xmlns:a="http://schemas.openxmlformats.org/drawingml/2006/main" noGrp="1"/>
          </p:cNvSpPr>
          <p:nvPr/>
        </p:nvSpPr>
        <p:spPr>
          <a:xfrm xmlns:a="http://schemas.openxmlformats.org/drawingml/2006/main" rot="0" flipH="0" flipV="0">
            <a:off x="6803517" y="5207318"/>
            <a:ext cx="292150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特点：安全、智能、舒适、节能升级</a:t>
            </a:r>
          </a:p>
        </p:txBody>
      </p:sp>
    </p:spTree>
    <p:extLst>
      <p:ext uri="{BB962C8B-B14F-4D97-AF65-F5344CB8AC3E}">
        <p14:creationId xmlns:p14="http://schemas.microsoft.com/office/powerpoint/2010/main" val="906177942"/>
      </p:ext>
    </p:extLst>
  </p:cSld>
</p:sld>
</file>

<file path=ppt/slides/slide6.xml><?xml version="1.0" encoding="utf-8"?>
<p:sld xmlns:p="http://schemas.openxmlformats.org/presentationml/2006/main" showMasterSp="1">
  <p:cSld>
    <p:spTree>
      <p:nvGrpSpPr>
        <p:cNvPr id="1" name=""/>
        <p:cNvGrpSpPr/>
        <p:nvPr/>
      </p:nvGrpSpPr>
      <p:grpSpPr>
        <a:xfrm xmlns:a="http://schemas.openxmlformats.org/drawingml/2006/main"/>
      </p:grpSpPr>
      <p:sp>
        <p:nvSpPr>
          <p:cNvPr id="8" name="two-col-title-slot Placeholder Carrier">
            <a:extLst xmlns:a="http://schemas.openxmlformats.org/drawingml/2006/main">
              <a:ext uri="{FF2B5EF4-FFF2-40B4-BE49-F238E27FC236}">
                <a16:creationId xmlns:a16="http://schemas.microsoft.com/office/drawing/2014/main" id="{35062632-F079-490D-95A1-6DDA58508450}"/>
              </a:ext>
            </a:extLst>
          </p:cNvPr>
          <p:cNvSpPr>
            <a:spLocks xmlns:a="http://schemas.openxmlformats.org/drawingml/2006/main" noGrp="1"/>
          </p:cNvSpPr>
          <p:nvPr>
            <p:ph type="title" idx="0"/>
          </p:nvPr>
        </p:nvSpPr>
        <p:spPr>
          <a:xfrm xmlns:a="http://schemas.openxmlformats.org/drawingml/2006/main">
            <a:off x="511683" y="350520"/>
            <a:ext cx="7233285"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两套方案均需井道整改，附加费用合计 6.1 万元</a:t>
            </a:r>
          </a:p>
        </p:txBody>
      </p:sp>
      <p:sp>
        <p:nvSpPr>
          <p:cNvPr id="9" name="two-col-key-slot Placeholder Carrier">
            <a:extLst xmlns:a="http://schemas.openxmlformats.org/drawingml/2006/main">
              <a:ext uri="{FF2B5EF4-FFF2-40B4-BE49-F238E27FC236}">
                <a16:creationId xmlns:a16="http://schemas.microsoft.com/office/drawing/2014/main" id="{75D7751A-556D-4FCF-9153-C17AF43A8CCF}"/>
              </a:ext>
            </a:extLst>
          </p:cNvPr>
          <p:cNvSpPr>
            <a:spLocks xmlns:a="http://schemas.openxmlformats.org/drawingml/2006/main" noGrp="1"/>
          </p:cNvSpPr>
          <p:nvPr>
            <p:ph type="subTitle" idx="1"/>
          </p:nvPr>
        </p:nvSpPr>
        <p:spPr>
          <a:xfrm xmlns:a="http://schemas.openxmlformats.org/drawingml/2006/main">
            <a:off x="514731" y="1062990"/>
            <a:ext cx="7307759"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原货梯井道 3900 × 3300 mm；图纸与原文完整保留作为评审证据</a:t>
            </a:r>
          </a:p>
        </p:txBody>
      </p:sp>
      <p:sp>
        <p:nvSpPr>
          <p:cNvPr id="10" name="two-col-left-slot Placeholder Carrier">
            <a:extLst xmlns:a="http://schemas.openxmlformats.org/drawingml/2006/main">
              <a:ext uri="{FF2B5EF4-FFF2-40B4-BE49-F238E27FC236}">
                <a16:creationId xmlns:a16="http://schemas.microsoft.com/office/drawing/2014/main" id="{A3735E8F-7885-4B32-A934-574922D72F37}"/>
              </a:ext>
            </a:extLst>
          </p:cNvPr>
          <p:cNvSpPr>
            <a:spLocks xmlns:a="http://schemas.openxmlformats.org/drawingml/2006/main" noGrp="1"/>
          </p:cNvSpPr>
          <p:nvPr>
            <p:ph type="body" idx="2"/>
          </p:nvPr>
        </p:nvSpPr>
        <p:spPr>
          <a:xfrm xmlns:a="http://schemas.openxmlformats.org/drawingml/2006/main">
            <a:off x="515748" y="1684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1" name="two-col-right-slot Placeholder Carrier">
            <a:extLst xmlns:a="http://schemas.openxmlformats.org/drawingml/2006/main">
              <a:ext uri="{FF2B5EF4-FFF2-40B4-BE49-F238E27FC236}">
                <a16:creationId xmlns:a16="http://schemas.microsoft.com/office/drawing/2014/main" id="{A6EFD3F5-8AA1-45C7-9D62-A147FFB4B20C}"/>
              </a:ext>
            </a:extLst>
          </p:cNvPr>
          <p:cNvSpPr>
            <a:spLocks xmlns:a="http://schemas.openxmlformats.org/drawingml/2006/main" noGrp="1"/>
          </p:cNvSpPr>
          <p:nvPr>
            <p:ph type="body" idx="3"/>
          </p:nvPr>
        </p:nvSpPr>
        <p:spPr>
          <a:xfrm xmlns:a="http://schemas.openxmlformats.org/drawingml/2006/main">
            <a:off x="6468873" y="1684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2" name="two-col-page-num-slot Placeholder Carrier">
            <a:extLst xmlns:a="http://schemas.openxmlformats.org/drawingml/2006/main">
              <a:ext uri="{FF2B5EF4-FFF2-40B4-BE49-F238E27FC236}">
                <a16:creationId xmlns:a16="http://schemas.microsoft.com/office/drawing/2014/main" id="{ED95EA47-9E4F-4FDA-A514-4AEB972DFAB7}"/>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06</a:t>
            </a:r>
          </a:p>
        </p:txBody>
      </p:sp>
      <p:sp>
        <p:nvSpPr>
          <p:cNvPr id="13" name="TextBox 13">
            <a:extLst xmlns:a="http://schemas.openxmlformats.org/drawingml/2006/main">
              <a:ext uri="{FF2B5EF4-FFF2-40B4-BE49-F238E27FC236}">
                <a16:creationId xmlns:a16="http://schemas.microsoft.com/office/drawing/2014/main" id="{BF79A269-5A7E-46D0-A3F3-953723782AD8}"/>
              </a:ext>
            </a:extLst>
          </p:cNvPr>
          <p:cNvSpPr>
            <a:spLocks xmlns:a="http://schemas.openxmlformats.org/drawingml/2006/main" noGrp="1"/>
          </p:cNvSpPr>
          <p:nvPr/>
        </p:nvSpPr>
        <p:spPr>
          <a:xfrm xmlns:a="http://schemas.openxmlformats.org/drawingml/2006/main" rot="0" flipH="0" flipV="0">
            <a:off x="771906" y="1729740"/>
            <a:ext cx="1519436"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1600 kg 方案</a:t>
            </a:r>
          </a:p>
        </p:txBody>
      </p:sp>
      <p:sp>
        <p:nvSpPr>
          <p:cNvPr id="14" name="Rectangle 14">
            <a:extLst xmlns:a="http://schemas.openxmlformats.org/drawingml/2006/main">
              <a:ext uri="{FF2B5EF4-FFF2-40B4-BE49-F238E27FC236}">
                <a16:creationId xmlns:a16="http://schemas.microsoft.com/office/drawing/2014/main" id="{07AB5EAA-2DBD-4D91-82B0-A62FF69A8482}"/>
              </a:ext>
            </a:extLst>
          </p:cNvPr>
          <p:cNvSpPr>
            <a:spLocks xmlns:a="http://schemas.openxmlformats.org/drawingml/2006/main" noGrp="1"/>
          </p:cNvSpPr>
          <p:nvPr/>
        </p:nvSpPr>
        <p:spPr>
          <a:xfrm xmlns:a="http://schemas.openxmlformats.org/drawingml/2006/main" rot="0" flipH="0" flipV="0">
            <a:off x="4095750" y="1695450"/>
            <a:ext cx="1381125" cy="361950"/>
          </a:xfrm>
          <a:prstGeom xmlns:a="http://schemas.openxmlformats.org/drawingml/2006/main" prst="rect">
            <a:avLst/>
          </a:prstGeom>
          <a:solidFill xmlns:a="http://schemas.openxmlformats.org/drawingml/2006/main">
            <a:schemeClr val="accent2"/>
          </a:solidFill>
          <a:ln xmlns:a="http://schemas.openxmlformats.org/drawingml/2006/main">
            <a:noFill/>
          </a:ln>
        </p:spPr>
      </p:sp>
      <p:sp>
        <p:nvSpPr>
          <p:cNvPr id="15" name="TextBox 15">
            <a:extLst xmlns:a="http://schemas.openxmlformats.org/drawingml/2006/main">
              <a:ext uri="{FF2B5EF4-FFF2-40B4-BE49-F238E27FC236}">
                <a16:creationId xmlns:a16="http://schemas.microsoft.com/office/drawing/2014/main" id="{C5683D08-B385-4206-A3A1-3CCD92ADE1D8}"/>
              </a:ext>
            </a:extLst>
          </p:cNvPr>
          <p:cNvSpPr>
            <a:spLocks xmlns:a="http://schemas.openxmlformats.org/drawingml/2006/main" noGrp="1"/>
          </p:cNvSpPr>
          <p:nvPr/>
        </p:nvSpPr>
        <p:spPr>
          <a:xfrm xmlns:a="http://schemas.openxmlformats.org/drawingml/2006/main" rot="0" flipH="0" flipV="0">
            <a:off x="4236741" y="1764982"/>
            <a:ext cx="108961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650" b="1">
                <a:solidFill>
                  <a:srgbClr val="FFFFFF"/>
                </a:solidFill>
                <a:latin typeface="Arial"/>
                <a:ea typeface="Arial"/>
                <a:cs typeface="Arial"/>
              </a:rPr>
              <a:t>32,000 元</a:t>
            </a:r>
          </a:p>
        </p:txBody>
      </p:sp>
      <p:pic>
        <p:nvPicPr>
          <p:cNvPr id="38" name="Image 16"/>
          <p:cNvPicPr>
            <a:picLocks xmlns:a="http://schemas.openxmlformats.org/drawingml/2006/main" noChangeAspect="1"/>
          </p:cNvPicPr>
          <p:nvPr/>
        </p:nvPicPr>
        <p:blipFill>
          <a:blip xmlns:r="http://schemas.openxmlformats.org/officeDocument/2006/relationships" xmlns:a="http://schemas.openxmlformats.org/drawingml/2006/main" r:embed="R5dd2e2ef67184c6b"/>
          <a:stretch xmlns:a="http://schemas.openxmlformats.org/drawingml/2006/main">
            <a:fillRect l="0" t="0" r="0" b="0"/>
          </a:stretch>
        </p:blipFill>
        <p:spPr>
          <a:xfrm xmlns:a="http://schemas.openxmlformats.org/drawingml/2006/main" rot="0" flipH="0" flipV="0">
            <a:off x="1943100" y="2114550"/>
            <a:ext cx="1905000" cy="2695575"/>
          </a:xfrm>
          <a:prstGeom xmlns:a="http://schemas.openxmlformats.org/drawingml/2006/main" prst="rect">
            <a:avLst/>
          </a:prstGeom>
        </p:spPr>
      </p:pic>
      <p:sp>
        <p:nvSpPr>
          <p:cNvPr id="17" name="TextBox 17">
            <a:extLst xmlns:a="http://schemas.openxmlformats.org/drawingml/2006/main">
              <a:ext uri="{FF2B5EF4-FFF2-40B4-BE49-F238E27FC236}">
                <a16:creationId xmlns:a16="http://schemas.microsoft.com/office/drawing/2014/main" id="{003B980B-D4C3-4565-B325-F45E887FB1F6}"/>
              </a:ext>
            </a:extLst>
          </p:cNvPr>
          <p:cNvSpPr>
            <a:spLocks xmlns:a="http://schemas.openxmlformats.org/drawingml/2006/main" noGrp="1"/>
          </p:cNvSpPr>
          <p:nvPr/>
        </p:nvSpPr>
        <p:spPr>
          <a:xfrm xmlns:a="http://schemas.openxmlformats.org/drawingml/2006/main" rot="0" flipH="0" flipV="0">
            <a:off x="774192" y="4978718"/>
            <a:ext cx="165877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增加 20# 槽钢圈梁</a:t>
            </a:r>
          </a:p>
        </p:txBody>
      </p:sp>
      <p:sp>
        <p:nvSpPr>
          <p:cNvPr id="18" name="TextBox 18">
            <a:extLst xmlns:a="http://schemas.openxmlformats.org/drawingml/2006/main">
              <a:ext uri="{FF2B5EF4-FFF2-40B4-BE49-F238E27FC236}">
                <a16:creationId xmlns:a16="http://schemas.microsoft.com/office/drawing/2014/main" id="{BA9D25E6-317E-4F93-B0B9-E4CA167866A9}"/>
              </a:ext>
            </a:extLst>
          </p:cNvPr>
          <p:cNvSpPr>
            <a:spLocks xmlns:a="http://schemas.openxmlformats.org/drawingml/2006/main" noGrp="1"/>
          </p:cNvSpPr>
          <p:nvPr/>
        </p:nvSpPr>
        <p:spPr>
          <a:xfrm xmlns:a="http://schemas.openxmlformats.org/drawingml/2006/main" rot="0" flipH="0" flipV="0">
            <a:off x="774192" y="5283518"/>
            <a:ext cx="267650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1 楼门侧增加地坎与门过梁槽钢</a:t>
            </a:r>
          </a:p>
        </p:txBody>
      </p:sp>
      <p:sp>
        <p:nvSpPr>
          <p:cNvPr id="19" name="TextBox 19">
            <a:extLst xmlns:a="http://schemas.openxmlformats.org/drawingml/2006/main">
              <a:ext uri="{FF2B5EF4-FFF2-40B4-BE49-F238E27FC236}">
                <a16:creationId xmlns:a16="http://schemas.microsoft.com/office/drawing/2014/main" id="{303E5D40-D6BD-4CFA-B089-A66BE77ECFD3}"/>
              </a:ext>
            </a:extLst>
          </p:cNvPr>
          <p:cNvSpPr>
            <a:spLocks xmlns:a="http://schemas.openxmlformats.org/drawingml/2006/main" noGrp="1"/>
          </p:cNvSpPr>
          <p:nvPr/>
        </p:nvSpPr>
        <p:spPr>
          <a:xfrm xmlns:a="http://schemas.openxmlformats.org/drawingml/2006/main" rot="0" flipH="0" flipV="0">
            <a:off x="774192" y="5588318"/>
            <a:ext cx="306724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机房开孔、门洞封堵、无线五方通话</a:t>
            </a:r>
          </a:p>
        </p:txBody>
      </p:sp>
      <p:sp>
        <p:nvSpPr>
          <p:cNvPr id="21" name="TextBox 21">
            <a:extLst xmlns:a="http://schemas.openxmlformats.org/drawingml/2006/main">
              <a:ext uri="{FF2B5EF4-FFF2-40B4-BE49-F238E27FC236}">
                <a16:creationId xmlns:a16="http://schemas.microsoft.com/office/drawing/2014/main" id="{DC721BC0-FCF5-4A6C-8677-F386CE7EAA73}"/>
              </a:ext>
            </a:extLst>
          </p:cNvPr>
          <p:cNvSpPr>
            <a:spLocks xmlns:a="http://schemas.openxmlformats.org/drawingml/2006/main" noGrp="1"/>
          </p:cNvSpPr>
          <p:nvPr/>
        </p:nvSpPr>
        <p:spPr>
          <a:xfrm xmlns:a="http://schemas.openxmlformats.org/drawingml/2006/main" rot="0" flipH="0" flipV="0">
            <a:off x="6725031" y="1729740"/>
            <a:ext cx="1519436"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2025 kg 方案</a:t>
            </a:r>
          </a:p>
        </p:txBody>
      </p:sp>
      <p:sp>
        <p:nvSpPr>
          <p:cNvPr id="22" name="Rectangle 22">
            <a:extLst xmlns:a="http://schemas.openxmlformats.org/drawingml/2006/main">
              <a:ext uri="{FF2B5EF4-FFF2-40B4-BE49-F238E27FC236}">
                <a16:creationId xmlns:a16="http://schemas.microsoft.com/office/drawing/2014/main" id="{665CB9D3-0597-4C7C-9748-B8D8ECB28C42}"/>
              </a:ext>
            </a:extLst>
          </p:cNvPr>
          <p:cNvSpPr>
            <a:spLocks xmlns:a="http://schemas.openxmlformats.org/drawingml/2006/main" noGrp="1"/>
          </p:cNvSpPr>
          <p:nvPr/>
        </p:nvSpPr>
        <p:spPr>
          <a:xfrm xmlns:a="http://schemas.openxmlformats.org/drawingml/2006/main" rot="0" flipH="0" flipV="0">
            <a:off x="10048875" y="1695450"/>
            <a:ext cx="1381125" cy="361950"/>
          </a:xfrm>
          <a:prstGeom xmlns:a="http://schemas.openxmlformats.org/drawingml/2006/main" prst="rect">
            <a:avLst/>
          </a:prstGeom>
          <a:solidFill xmlns:a="http://schemas.openxmlformats.org/drawingml/2006/main">
            <a:schemeClr val="accent3"/>
          </a:solidFill>
          <a:ln xmlns:a="http://schemas.openxmlformats.org/drawingml/2006/main">
            <a:noFill/>
          </a:ln>
        </p:spPr>
      </p:sp>
      <p:sp>
        <p:nvSpPr>
          <p:cNvPr id="23" name="TextBox 23">
            <a:extLst xmlns:a="http://schemas.openxmlformats.org/drawingml/2006/main">
              <a:ext uri="{FF2B5EF4-FFF2-40B4-BE49-F238E27FC236}">
                <a16:creationId xmlns:a16="http://schemas.microsoft.com/office/drawing/2014/main" id="{C0F4208B-959A-4714-9216-E42A445E93A4}"/>
              </a:ext>
            </a:extLst>
          </p:cNvPr>
          <p:cNvSpPr>
            <a:spLocks xmlns:a="http://schemas.openxmlformats.org/drawingml/2006/main" noGrp="1"/>
          </p:cNvSpPr>
          <p:nvPr/>
        </p:nvSpPr>
        <p:spPr>
          <a:xfrm xmlns:a="http://schemas.openxmlformats.org/drawingml/2006/main" rot="0" flipH="0" flipV="0">
            <a:off x="10189866" y="1764982"/>
            <a:ext cx="108961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650" b="1">
                <a:solidFill>
                  <a:srgbClr val="FFFFFF"/>
                </a:solidFill>
                <a:latin typeface="Arial"/>
                <a:ea typeface="Arial"/>
                <a:cs typeface="Arial"/>
              </a:rPr>
              <a:t>29,000 元</a:t>
            </a:r>
          </a:p>
        </p:txBody>
      </p:sp>
      <p:pic>
        <p:nvPicPr>
          <p:cNvPr id="45" name="Image 24"/>
          <p:cNvPicPr>
            <a:picLocks xmlns:a="http://schemas.openxmlformats.org/drawingml/2006/main" noChangeAspect="1"/>
          </p:cNvPicPr>
          <p:nvPr/>
        </p:nvPicPr>
        <p:blipFill>
          <a:blip xmlns:r="http://schemas.openxmlformats.org/officeDocument/2006/relationships" xmlns:a="http://schemas.openxmlformats.org/drawingml/2006/main" r:embed="R6c48e2332e794ba8"/>
          <a:stretch xmlns:a="http://schemas.openxmlformats.org/drawingml/2006/main">
            <a:fillRect l="0" t="0" r="0" b="0"/>
          </a:stretch>
        </p:blipFill>
        <p:spPr>
          <a:xfrm xmlns:a="http://schemas.openxmlformats.org/drawingml/2006/main" rot="0" flipH="0" flipV="0">
            <a:off x="7896225" y="2114550"/>
            <a:ext cx="1905000" cy="2695575"/>
          </a:xfrm>
          <a:prstGeom xmlns:a="http://schemas.openxmlformats.org/drawingml/2006/main" prst="rect">
            <a:avLst/>
          </a:prstGeom>
        </p:spPr>
      </p:pic>
      <p:sp>
        <p:nvSpPr>
          <p:cNvPr id="25" name="TextBox 25">
            <a:extLst xmlns:a="http://schemas.openxmlformats.org/drawingml/2006/main">
              <a:ext uri="{FF2B5EF4-FFF2-40B4-BE49-F238E27FC236}">
                <a16:creationId xmlns:a16="http://schemas.microsoft.com/office/drawing/2014/main" id="{0AC050B8-ED36-4BB4-8CC8-AA074CDACCAC}"/>
              </a:ext>
            </a:extLst>
          </p:cNvPr>
          <p:cNvSpPr>
            <a:spLocks xmlns:a="http://schemas.openxmlformats.org/drawingml/2006/main" noGrp="1"/>
          </p:cNvSpPr>
          <p:nvPr/>
        </p:nvSpPr>
        <p:spPr>
          <a:xfrm xmlns:a="http://schemas.openxmlformats.org/drawingml/2006/main" rot="0" flipH="0" flipV="0">
            <a:off x="6727317" y="4978718"/>
            <a:ext cx="165877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增加 20# 槽钢圈梁</a:t>
            </a:r>
          </a:p>
        </p:txBody>
      </p:sp>
      <p:sp>
        <p:nvSpPr>
          <p:cNvPr id="26" name="TextBox 26">
            <a:extLst xmlns:a="http://schemas.openxmlformats.org/drawingml/2006/main">
              <a:ext uri="{FF2B5EF4-FFF2-40B4-BE49-F238E27FC236}">
                <a16:creationId xmlns:a16="http://schemas.microsoft.com/office/drawing/2014/main" id="{2FC2DDD2-0768-41D8-9B03-2A47B045B1EC}"/>
              </a:ext>
            </a:extLst>
          </p:cNvPr>
          <p:cNvSpPr>
            <a:spLocks xmlns:a="http://schemas.openxmlformats.org/drawingml/2006/main" noGrp="1"/>
          </p:cNvSpPr>
          <p:nvPr/>
        </p:nvSpPr>
        <p:spPr>
          <a:xfrm xmlns:a="http://schemas.openxmlformats.org/drawingml/2006/main" rot="0" flipH="0" flipV="0">
            <a:off x="6727317" y="5283518"/>
            <a:ext cx="252203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机房重新开孔、门洞部分封堵</a:t>
            </a:r>
          </a:p>
        </p:txBody>
      </p:sp>
      <p:sp>
        <p:nvSpPr>
          <p:cNvPr id="27" name="TextBox 27">
            <a:extLst xmlns:a="http://schemas.openxmlformats.org/drawingml/2006/main">
              <a:ext uri="{FF2B5EF4-FFF2-40B4-BE49-F238E27FC236}">
                <a16:creationId xmlns:a16="http://schemas.microsoft.com/office/drawing/2014/main" id="{065E7D76-6F70-453D-A7F3-5048CA36FE9C}"/>
              </a:ext>
            </a:extLst>
          </p:cNvPr>
          <p:cNvSpPr>
            <a:spLocks xmlns:a="http://schemas.openxmlformats.org/drawingml/2006/main" noGrp="1"/>
          </p:cNvSpPr>
          <p:nvPr/>
        </p:nvSpPr>
        <p:spPr>
          <a:xfrm xmlns:a="http://schemas.openxmlformats.org/drawingml/2006/main" rot="0" flipH="0" flipV="0">
            <a:off x="6727317" y="5588318"/>
            <a:ext cx="306724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无线五方通话；正文载重表述待澄清</a:t>
            </a:r>
          </a:p>
        </p:txBody>
      </p:sp>
    </p:spTree>
    <p:extLst>
      <p:ext uri="{BB962C8B-B14F-4D97-AF65-F5344CB8AC3E}">
        <p14:creationId xmlns:p14="http://schemas.microsoft.com/office/powerpoint/2010/main" val="985342476"/>
      </p:ext>
    </p:extLst>
  </p:cSld>
</p:sld>
</file>

<file path=ppt/slides/slide7.xml><?xml version="1.0" encoding="utf-8"?>
<p:sld xmlns:p="http://schemas.openxmlformats.org/presentationml/2006/main" showMasterSp="1">
  <p:cSld>
    <p:spTree>
      <p:nvGrpSpPr>
        <p:cNvPr id="1" name=""/>
        <p:cNvGrpSpPr/>
        <p:nvPr/>
      </p:nvGrpSpPr>
      <p:grpSpPr>
        <a:xfrm xmlns:a="http://schemas.openxmlformats.org/drawingml/2006/main"/>
      </p:grpSpPr>
      <p:sp>
        <p:nvSpPr>
          <p:cNvPr id="8" name="two-col-title-slot Placeholder Carrier">
            <a:extLst xmlns:a="http://schemas.openxmlformats.org/drawingml/2006/main">
              <a:ext uri="{FF2B5EF4-FFF2-40B4-BE49-F238E27FC236}">
                <a16:creationId xmlns:a16="http://schemas.microsoft.com/office/drawing/2014/main" id="{A7AFEC32-6C8A-4A70-940F-A7D5ADF71133}"/>
              </a:ext>
            </a:extLst>
          </p:cNvPr>
          <p:cNvSpPr>
            <a:spLocks xmlns:a="http://schemas.openxmlformats.org/drawingml/2006/main" noGrp="1"/>
          </p:cNvSpPr>
          <p:nvPr>
            <p:ph type="title" idx="0"/>
          </p:nvPr>
        </p:nvSpPr>
        <p:spPr>
          <a:xfrm xmlns:a="http://schemas.openxmlformats.org/drawingml/2006/main">
            <a:off x="511683" y="350520"/>
            <a:ext cx="7148474"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核心技术规格一致，差异集中在载重和轿厢形态</a:t>
            </a:r>
          </a:p>
        </p:txBody>
      </p:sp>
      <p:sp>
        <p:nvSpPr>
          <p:cNvPr id="9" name="two-col-key-slot Placeholder Carrier">
            <a:extLst xmlns:a="http://schemas.openxmlformats.org/drawingml/2006/main">
              <a:ext uri="{FF2B5EF4-FFF2-40B4-BE49-F238E27FC236}">
                <a16:creationId xmlns:a16="http://schemas.microsoft.com/office/drawing/2014/main" id="{31E4961E-9BD6-40B1-89AF-259F07166DAF}"/>
              </a:ext>
            </a:extLst>
          </p:cNvPr>
          <p:cNvSpPr>
            <a:spLocks xmlns:a="http://schemas.openxmlformats.org/drawingml/2006/main" noGrp="1"/>
          </p:cNvSpPr>
          <p:nvPr>
            <p:ph type="subTitle" idx="1"/>
          </p:nvPr>
        </p:nvSpPr>
        <p:spPr>
          <a:xfrm xmlns:a="http://schemas.openxmlformats.org/drawingml/2006/main">
            <a:off x="514731" y="1062990"/>
            <a:ext cx="593382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两台电梯均为 1.0 m/s、4 层 4 站 5 门、中分式开门</a:t>
            </a:r>
          </a:p>
        </p:txBody>
      </p:sp>
      <p:sp>
        <p:nvSpPr>
          <p:cNvPr id="10" name="two-col-left-slot Placeholder Carrier">
            <a:extLst xmlns:a="http://schemas.openxmlformats.org/drawingml/2006/main">
              <a:ext uri="{FF2B5EF4-FFF2-40B4-BE49-F238E27FC236}">
                <a16:creationId xmlns:a16="http://schemas.microsoft.com/office/drawing/2014/main" id="{00C574FD-4DF8-483E-A6D1-206EADFC6EBE}"/>
              </a:ext>
            </a:extLst>
          </p:cNvPr>
          <p:cNvSpPr>
            <a:spLocks xmlns:a="http://schemas.openxmlformats.org/drawingml/2006/main" noGrp="1"/>
          </p:cNvSpPr>
          <p:nvPr>
            <p:ph type="body" idx="2"/>
          </p:nvPr>
        </p:nvSpPr>
        <p:spPr>
          <a:xfrm xmlns:a="http://schemas.openxmlformats.org/drawingml/2006/main">
            <a:off x="515748" y="1684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1" name="two-col-right-slot Placeholder Carrier">
            <a:extLst xmlns:a="http://schemas.openxmlformats.org/drawingml/2006/main">
              <a:ext uri="{FF2B5EF4-FFF2-40B4-BE49-F238E27FC236}">
                <a16:creationId xmlns:a16="http://schemas.microsoft.com/office/drawing/2014/main" id="{8486F240-AB59-48FF-9EFF-6AF16F10E815}"/>
              </a:ext>
            </a:extLst>
          </p:cNvPr>
          <p:cNvSpPr>
            <a:spLocks xmlns:a="http://schemas.openxmlformats.org/drawingml/2006/main" noGrp="1"/>
          </p:cNvSpPr>
          <p:nvPr>
            <p:ph type="body" idx="3"/>
          </p:nvPr>
        </p:nvSpPr>
        <p:spPr>
          <a:xfrm xmlns:a="http://schemas.openxmlformats.org/drawingml/2006/main">
            <a:off x="6468873" y="1684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2" name="two-col-page-num-slot Placeholder Carrier">
            <a:extLst xmlns:a="http://schemas.openxmlformats.org/drawingml/2006/main">
              <a:ext uri="{FF2B5EF4-FFF2-40B4-BE49-F238E27FC236}">
                <a16:creationId xmlns:a16="http://schemas.microsoft.com/office/drawing/2014/main" id="{1D3CD2E5-E701-472C-89AA-0DB784CB4E9C}"/>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07</a:t>
            </a:r>
          </a:p>
        </p:txBody>
      </p:sp>
      <p:sp>
        <p:nvSpPr>
          <p:cNvPr id="13" name="TextBox 13">
            <a:extLst xmlns:a="http://schemas.openxmlformats.org/drawingml/2006/main">
              <a:ext uri="{FF2B5EF4-FFF2-40B4-BE49-F238E27FC236}">
                <a16:creationId xmlns:a16="http://schemas.microsoft.com/office/drawing/2014/main" id="{2D1821B0-435A-405C-B5BA-3CAFB1621247}"/>
              </a:ext>
            </a:extLst>
          </p:cNvPr>
          <p:cNvSpPr>
            <a:spLocks xmlns:a="http://schemas.openxmlformats.org/drawingml/2006/main" noGrp="1"/>
          </p:cNvSpPr>
          <p:nvPr/>
        </p:nvSpPr>
        <p:spPr>
          <a:xfrm xmlns:a="http://schemas.openxmlformats.org/drawingml/2006/main" rot="0" flipH="0" flipV="0">
            <a:off x="771906" y="1805940"/>
            <a:ext cx="1295248"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LEHY-III-S</a:t>
            </a:r>
          </a:p>
        </p:txBody>
      </p:sp>
      <p:sp>
        <p:nvSpPr>
          <p:cNvPr id="14" name="Rectangle 14">
            <a:extLst xmlns:a="http://schemas.openxmlformats.org/drawingml/2006/main">
              <a:ext uri="{FF2B5EF4-FFF2-40B4-BE49-F238E27FC236}">
                <a16:creationId xmlns:a16="http://schemas.microsoft.com/office/drawing/2014/main" id="{6C42614A-C6D0-464B-A55A-0FA9DC42F63C}"/>
              </a:ext>
            </a:extLst>
          </p:cNvPr>
          <p:cNvSpPr>
            <a:spLocks xmlns:a="http://schemas.openxmlformats.org/drawingml/2006/main" noGrp="1"/>
          </p:cNvSpPr>
          <p:nvPr/>
        </p:nvSpPr>
        <p:spPr>
          <a:xfrm xmlns:a="http://schemas.openxmlformats.org/drawingml/2006/main" rot="0" flipH="0" flipV="0">
            <a:off x="781050" y="2190750"/>
            <a:ext cx="4552950" cy="1047750"/>
          </a:xfrm>
          <a:prstGeom xmlns:a="http://schemas.openxmlformats.org/drawingml/2006/main" prst="rect">
            <a:avLst/>
          </a:prstGeom>
          <a:solidFill xmlns:a="http://schemas.openxmlformats.org/drawingml/2006/main">
            <a:schemeClr val="accent5"/>
          </a:solidFill>
          <a:ln xmlns:a="http://schemas.openxmlformats.org/drawingml/2006/main">
            <a:noFill/>
          </a:ln>
        </p:spPr>
      </p:sp>
      <p:sp>
        <p:nvSpPr>
          <p:cNvPr id="15" name="TextBox 15">
            <a:extLst xmlns:a="http://schemas.openxmlformats.org/drawingml/2006/main">
              <a:ext uri="{FF2B5EF4-FFF2-40B4-BE49-F238E27FC236}">
                <a16:creationId xmlns:a16="http://schemas.microsoft.com/office/drawing/2014/main" id="{F68A2FBD-A7ED-40B2-97C5-483B1F61F944}"/>
              </a:ext>
            </a:extLst>
          </p:cNvPr>
          <p:cNvSpPr>
            <a:spLocks xmlns:a="http://schemas.openxmlformats.org/drawingml/2006/main" noGrp="1"/>
          </p:cNvSpPr>
          <p:nvPr/>
        </p:nvSpPr>
        <p:spPr>
          <a:xfrm xmlns:a="http://schemas.openxmlformats.org/drawingml/2006/main" rot="0" flipH="0" flipV="0">
            <a:off x="1002792" y="2397442"/>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额定载重</a:t>
            </a:r>
          </a:p>
        </p:txBody>
      </p:sp>
      <p:sp>
        <p:nvSpPr>
          <p:cNvPr id="16" name="TextBox 16">
            <a:extLst xmlns:a="http://schemas.openxmlformats.org/drawingml/2006/main">
              <a:ext uri="{FF2B5EF4-FFF2-40B4-BE49-F238E27FC236}">
                <a16:creationId xmlns:a16="http://schemas.microsoft.com/office/drawing/2014/main" id="{412FAD17-B5DD-41C9-B2BD-31A190063A0E}"/>
              </a:ext>
            </a:extLst>
          </p:cNvPr>
          <p:cNvSpPr>
            <a:spLocks xmlns:a="http://schemas.openxmlformats.org/drawingml/2006/main" noGrp="1"/>
          </p:cNvSpPr>
          <p:nvPr/>
        </p:nvSpPr>
        <p:spPr>
          <a:xfrm xmlns:a="http://schemas.openxmlformats.org/drawingml/2006/main" rot="0" flipH="0" flipV="0">
            <a:off x="2465832" y="2316480"/>
            <a:ext cx="1089950"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chemeClr val="accent1"/>
                </a:solidFill>
                <a:latin typeface="Arial"/>
                <a:ea typeface="Arial"/>
                <a:cs typeface="Arial"/>
              </a:rPr>
              <a:t>1600 kg</a:t>
            </a:r>
          </a:p>
        </p:txBody>
      </p:sp>
      <p:sp>
        <p:nvSpPr>
          <p:cNvPr id="17" name="TextBox 17">
            <a:extLst xmlns:a="http://schemas.openxmlformats.org/drawingml/2006/main">
              <a:ext uri="{FF2B5EF4-FFF2-40B4-BE49-F238E27FC236}">
                <a16:creationId xmlns:a16="http://schemas.microsoft.com/office/drawing/2014/main" id="{9B4C34C7-EAE4-41A9-A175-5DA78BCF737D}"/>
              </a:ext>
            </a:extLst>
          </p:cNvPr>
          <p:cNvSpPr>
            <a:spLocks xmlns:a="http://schemas.openxmlformats.org/drawingml/2006/main" noGrp="1"/>
          </p:cNvSpPr>
          <p:nvPr/>
        </p:nvSpPr>
        <p:spPr>
          <a:xfrm xmlns:a="http://schemas.openxmlformats.org/drawingml/2006/main" rot="0" flipH="0" flipV="0">
            <a:off x="1002792" y="28260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轿厢尺寸</a:t>
            </a:r>
          </a:p>
        </p:txBody>
      </p:sp>
      <p:sp>
        <p:nvSpPr>
          <p:cNvPr id="18" name="TextBox 18">
            <a:extLst xmlns:a="http://schemas.openxmlformats.org/drawingml/2006/main">
              <a:ext uri="{FF2B5EF4-FFF2-40B4-BE49-F238E27FC236}">
                <a16:creationId xmlns:a16="http://schemas.microsoft.com/office/drawing/2014/main" id="{140E7344-0DB5-4D53-984F-C77338722098}"/>
              </a:ext>
            </a:extLst>
          </p:cNvPr>
          <p:cNvSpPr>
            <a:spLocks xmlns:a="http://schemas.openxmlformats.org/drawingml/2006/main" noGrp="1"/>
          </p:cNvSpPr>
          <p:nvPr/>
        </p:nvSpPr>
        <p:spPr>
          <a:xfrm xmlns:a="http://schemas.openxmlformats.org/drawingml/2006/main" rot="0" flipH="0" flipV="0">
            <a:off x="2468118" y="2793682"/>
            <a:ext cx="2092503"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2000 × 1700 × 2600</a:t>
            </a:r>
          </a:p>
        </p:txBody>
      </p:sp>
      <p:sp>
        <p:nvSpPr>
          <p:cNvPr id="20" name="TextBox 20">
            <a:extLst xmlns:a="http://schemas.openxmlformats.org/drawingml/2006/main">
              <a:ext uri="{FF2B5EF4-FFF2-40B4-BE49-F238E27FC236}">
                <a16:creationId xmlns:a16="http://schemas.microsoft.com/office/drawing/2014/main" id="{279D56D8-895C-47F5-9BD8-18B4EA1FADF4}"/>
              </a:ext>
            </a:extLst>
          </p:cNvPr>
          <p:cNvSpPr>
            <a:spLocks xmlns:a="http://schemas.openxmlformats.org/drawingml/2006/main" noGrp="1"/>
          </p:cNvSpPr>
          <p:nvPr/>
        </p:nvSpPr>
        <p:spPr>
          <a:xfrm xmlns:a="http://schemas.openxmlformats.org/drawingml/2006/main" rot="0" flipH="0" flipV="0">
            <a:off x="6725031" y="1805940"/>
            <a:ext cx="1254923"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LEHY-PRO</a:t>
            </a:r>
          </a:p>
        </p:txBody>
      </p:sp>
      <p:sp>
        <p:nvSpPr>
          <p:cNvPr id="21" name="Rectangle 21">
            <a:extLst xmlns:a="http://schemas.openxmlformats.org/drawingml/2006/main">
              <a:ext uri="{FF2B5EF4-FFF2-40B4-BE49-F238E27FC236}">
                <a16:creationId xmlns:a16="http://schemas.microsoft.com/office/drawing/2014/main" id="{BFD177C2-0514-4F7F-AF50-37EA220ED8C4}"/>
              </a:ext>
            </a:extLst>
          </p:cNvPr>
          <p:cNvSpPr>
            <a:spLocks xmlns:a="http://schemas.openxmlformats.org/drawingml/2006/main" noGrp="1"/>
          </p:cNvSpPr>
          <p:nvPr/>
        </p:nvSpPr>
        <p:spPr>
          <a:xfrm xmlns:a="http://schemas.openxmlformats.org/drawingml/2006/main" rot="0" flipH="0" flipV="0">
            <a:off x="6734175" y="2190750"/>
            <a:ext cx="4552950" cy="1047750"/>
          </a:xfrm>
          <a:prstGeom xmlns:a="http://schemas.openxmlformats.org/drawingml/2006/main" prst="rect">
            <a:avLst/>
          </a:prstGeom>
          <a:solidFill xmlns:a="http://schemas.openxmlformats.org/drawingml/2006/main">
            <a:schemeClr val="accent5"/>
          </a:solidFill>
          <a:ln xmlns:a="http://schemas.openxmlformats.org/drawingml/2006/main">
            <a:noFill/>
          </a:ln>
        </p:spPr>
      </p:sp>
      <p:sp>
        <p:nvSpPr>
          <p:cNvPr id="22" name="TextBox 22">
            <a:extLst xmlns:a="http://schemas.openxmlformats.org/drawingml/2006/main">
              <a:ext uri="{FF2B5EF4-FFF2-40B4-BE49-F238E27FC236}">
                <a16:creationId xmlns:a16="http://schemas.microsoft.com/office/drawing/2014/main" id="{028DC0AE-2BA7-4C1D-A270-03F6707405FD}"/>
              </a:ext>
            </a:extLst>
          </p:cNvPr>
          <p:cNvSpPr>
            <a:spLocks xmlns:a="http://schemas.openxmlformats.org/drawingml/2006/main" noGrp="1"/>
          </p:cNvSpPr>
          <p:nvPr/>
        </p:nvSpPr>
        <p:spPr>
          <a:xfrm xmlns:a="http://schemas.openxmlformats.org/drawingml/2006/main" rot="0" flipH="0" flipV="0">
            <a:off x="6955917" y="2397442"/>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额定载重</a:t>
            </a:r>
          </a:p>
        </p:txBody>
      </p:sp>
      <p:sp>
        <p:nvSpPr>
          <p:cNvPr id="23" name="TextBox 23">
            <a:extLst xmlns:a="http://schemas.openxmlformats.org/drawingml/2006/main">
              <a:ext uri="{FF2B5EF4-FFF2-40B4-BE49-F238E27FC236}">
                <a16:creationId xmlns:a16="http://schemas.microsoft.com/office/drawing/2014/main" id="{7C4EE1B4-7E6A-4DDA-9E58-6B731C5E1CDC}"/>
              </a:ext>
            </a:extLst>
          </p:cNvPr>
          <p:cNvSpPr>
            <a:spLocks xmlns:a="http://schemas.openxmlformats.org/drawingml/2006/main" noGrp="1"/>
          </p:cNvSpPr>
          <p:nvPr/>
        </p:nvSpPr>
        <p:spPr>
          <a:xfrm xmlns:a="http://schemas.openxmlformats.org/drawingml/2006/main" rot="0" flipH="0" flipV="0">
            <a:off x="8418957" y="2316480"/>
            <a:ext cx="1089950"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chemeClr val="accent1"/>
                </a:solidFill>
                <a:latin typeface="Arial"/>
                <a:ea typeface="Arial"/>
                <a:cs typeface="Arial"/>
              </a:rPr>
              <a:t>2025 kg</a:t>
            </a:r>
          </a:p>
        </p:txBody>
      </p:sp>
      <p:sp>
        <p:nvSpPr>
          <p:cNvPr id="24" name="TextBox 24">
            <a:extLst xmlns:a="http://schemas.openxmlformats.org/drawingml/2006/main">
              <a:ext uri="{FF2B5EF4-FFF2-40B4-BE49-F238E27FC236}">
                <a16:creationId xmlns:a16="http://schemas.microsoft.com/office/drawing/2014/main" id="{58F6DB9C-7E76-4452-BAC5-267BF564C3C1}"/>
              </a:ext>
            </a:extLst>
          </p:cNvPr>
          <p:cNvSpPr>
            <a:spLocks xmlns:a="http://schemas.openxmlformats.org/drawingml/2006/main" noGrp="1"/>
          </p:cNvSpPr>
          <p:nvPr/>
        </p:nvSpPr>
        <p:spPr>
          <a:xfrm xmlns:a="http://schemas.openxmlformats.org/drawingml/2006/main" rot="0" flipH="0" flipV="0">
            <a:off x="6955917" y="28260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轿厢尺寸</a:t>
            </a:r>
          </a:p>
        </p:txBody>
      </p:sp>
      <p:sp>
        <p:nvSpPr>
          <p:cNvPr id="25" name="TextBox 25">
            <a:extLst xmlns:a="http://schemas.openxmlformats.org/drawingml/2006/main">
              <a:ext uri="{FF2B5EF4-FFF2-40B4-BE49-F238E27FC236}">
                <a16:creationId xmlns:a16="http://schemas.microsoft.com/office/drawing/2014/main" id="{953026ED-0423-4747-BEBC-FAE8757B6F29}"/>
              </a:ext>
            </a:extLst>
          </p:cNvPr>
          <p:cNvSpPr>
            <a:spLocks xmlns:a="http://schemas.openxmlformats.org/drawingml/2006/main" noGrp="1"/>
          </p:cNvSpPr>
          <p:nvPr/>
        </p:nvSpPr>
        <p:spPr>
          <a:xfrm xmlns:a="http://schemas.openxmlformats.org/drawingml/2006/main" rot="0" flipH="0" flipV="0">
            <a:off x="8421243" y="2793682"/>
            <a:ext cx="2092503"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Arial"/>
                <a:ea typeface="Arial"/>
                <a:cs typeface="Arial"/>
              </a:rPr>
              <a:t>1600 × 2600 × 2600</a:t>
            </a:r>
          </a:p>
        </p:txBody>
      </p:sp>
      <p:sp>
        <p:nvSpPr>
          <p:cNvPr id="27" name="TextBox 27">
            <a:extLst xmlns:a="http://schemas.openxmlformats.org/drawingml/2006/main">
              <a:ext uri="{FF2B5EF4-FFF2-40B4-BE49-F238E27FC236}">
                <a16:creationId xmlns:a16="http://schemas.microsoft.com/office/drawing/2014/main" id="{D3E059F4-60EB-4C84-8CCF-6030DA607BB4}"/>
              </a:ext>
            </a:extLst>
          </p:cNvPr>
          <p:cNvSpPr>
            <a:spLocks xmlns:a="http://schemas.openxmlformats.org/drawingml/2006/main" noGrp="1"/>
          </p:cNvSpPr>
          <p:nvPr/>
        </p:nvSpPr>
        <p:spPr>
          <a:xfrm xmlns:a="http://schemas.openxmlformats.org/drawingml/2006/main" rot="0" flipH="0" flipV="0">
            <a:off x="773430" y="3724275"/>
            <a:ext cx="1287399"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Arial"/>
                <a:ea typeface="Arial"/>
                <a:cs typeface="Arial"/>
              </a:rPr>
              <a:t>共同技术规格</a:t>
            </a:r>
          </a:p>
        </p:txBody>
      </p:sp>
      <p:sp>
        <p:nvSpPr>
          <p:cNvPr id="28" name="Line 28">
            <a:extLst xmlns:a="http://schemas.openxmlformats.org/drawingml/2006/main">
              <a:ext uri="{FF2B5EF4-FFF2-40B4-BE49-F238E27FC236}">
                <a16:creationId xmlns:a16="http://schemas.microsoft.com/office/drawing/2014/main" id="{D56CEAE5-A59D-4D26-AFA9-D834FAB699BB}"/>
              </a:ext>
            </a:extLst>
          </p:cNvPr>
          <p:cNvSpPr>
            <a:spLocks xmlns:a="http://schemas.openxmlformats.org/drawingml/2006/main" noGrp="1"/>
          </p:cNvSpPr>
          <p:nvPr/>
        </p:nvSpPr>
        <p:spPr>
          <a:xfrm xmlns:a="http://schemas.openxmlformats.org/drawingml/2006/main" rot="0" flipH="0" flipV="0">
            <a:off x="781050" y="4048125"/>
            <a:ext cx="10506075" cy="9525"/>
          </a:xfrm>
          <a:custGeom xmlns:a="http://schemas.openxmlformats.org/drawingml/2006/main">
            <a:rect l="l" t="t" r="r" b="b"/>
            <a:pathLst>
              <a:path w="10506075" h="9525">
                <a:moveTo>
                  <a:pt x="0" y="0"/>
                </a:moveTo>
                <a:lnTo>
                  <a:pt x="10506075" y="0"/>
                </a:lnTo>
              </a:path>
            </a:pathLst>
          </a:custGeom>
          <a:noFill xmlns:a="http://schemas.openxmlformats.org/drawingml/2006/main"/>
          <a:ln xmlns:a="http://schemas.openxmlformats.org/drawingml/2006/main" w="19050">
            <a:solidFill>
              <a:srgbClr val="97CBFF"/>
            </a:solidFill>
          </a:ln>
        </p:spPr>
      </p:sp>
      <p:sp>
        <p:nvSpPr>
          <p:cNvPr id="29" name="TextBox 29">
            <a:extLst xmlns:a="http://schemas.openxmlformats.org/drawingml/2006/main">
              <a:ext uri="{FF2B5EF4-FFF2-40B4-BE49-F238E27FC236}">
                <a16:creationId xmlns:a16="http://schemas.microsoft.com/office/drawing/2014/main" id="{1CC995C2-D9AA-4321-A61D-5CC0C323ACED}"/>
              </a:ext>
            </a:extLst>
          </p:cNvPr>
          <p:cNvSpPr>
            <a:spLocks xmlns:a="http://schemas.openxmlformats.org/drawingml/2006/main" noGrp="1"/>
          </p:cNvSpPr>
          <p:nvPr/>
        </p:nvSpPr>
        <p:spPr>
          <a:xfrm xmlns:a="http://schemas.openxmlformats.org/drawingml/2006/main" rot="0" flipH="0" flipV="0">
            <a:off x="850392" y="4292918"/>
            <a:ext cx="37719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速度</a:t>
            </a:r>
          </a:p>
        </p:txBody>
      </p:sp>
      <p:sp>
        <p:nvSpPr>
          <p:cNvPr id="30" name="TextBox 30">
            <a:extLst xmlns:a="http://schemas.openxmlformats.org/drawingml/2006/main">
              <a:ext uri="{FF2B5EF4-FFF2-40B4-BE49-F238E27FC236}">
                <a16:creationId xmlns:a16="http://schemas.microsoft.com/office/drawing/2014/main" id="{172B9271-452C-4247-9ECF-9AED9C3BE25E}"/>
              </a:ext>
            </a:extLst>
          </p:cNvPr>
          <p:cNvSpPr>
            <a:spLocks xmlns:a="http://schemas.openxmlformats.org/drawingml/2006/main" noGrp="1"/>
          </p:cNvSpPr>
          <p:nvPr/>
        </p:nvSpPr>
        <p:spPr>
          <a:xfrm xmlns:a="http://schemas.openxmlformats.org/drawingml/2006/main" rot="0" flipH="0" flipV="0">
            <a:off x="2087118" y="4260532"/>
            <a:ext cx="860831"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1.0 m/s</a:t>
            </a:r>
          </a:p>
        </p:txBody>
      </p:sp>
      <p:sp>
        <p:nvSpPr>
          <p:cNvPr id="31" name="TextBox 31">
            <a:extLst xmlns:a="http://schemas.openxmlformats.org/drawingml/2006/main">
              <a:ext uri="{FF2B5EF4-FFF2-40B4-BE49-F238E27FC236}">
                <a16:creationId xmlns:a16="http://schemas.microsoft.com/office/drawing/2014/main" id="{2C4135E5-96E9-4447-B5E9-CF97BF3F3712}"/>
              </a:ext>
            </a:extLst>
          </p:cNvPr>
          <p:cNvSpPr>
            <a:spLocks xmlns:a="http://schemas.openxmlformats.org/drawingml/2006/main" noGrp="1"/>
          </p:cNvSpPr>
          <p:nvPr/>
        </p:nvSpPr>
        <p:spPr>
          <a:xfrm xmlns:a="http://schemas.openxmlformats.org/drawingml/2006/main" rot="0" flipH="0" flipV="0">
            <a:off x="3707892" y="429291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开门尺寸</a:t>
            </a:r>
          </a:p>
        </p:txBody>
      </p:sp>
      <p:sp>
        <p:nvSpPr>
          <p:cNvPr id="32" name="TextBox 32">
            <a:extLst xmlns:a="http://schemas.openxmlformats.org/drawingml/2006/main">
              <a:ext uri="{FF2B5EF4-FFF2-40B4-BE49-F238E27FC236}">
                <a16:creationId xmlns:a16="http://schemas.microsoft.com/office/drawing/2014/main" id="{06B5B08C-0F2A-4953-B5EB-CB7CD1F4BDCA}"/>
              </a:ext>
            </a:extLst>
          </p:cNvPr>
          <p:cNvSpPr>
            <a:spLocks xmlns:a="http://schemas.openxmlformats.org/drawingml/2006/main" noGrp="1"/>
          </p:cNvSpPr>
          <p:nvPr/>
        </p:nvSpPr>
        <p:spPr>
          <a:xfrm xmlns:a="http://schemas.openxmlformats.org/drawingml/2006/main" rot="0" flipH="0" flipV="0">
            <a:off x="5039868" y="4260532"/>
            <a:ext cx="1249547"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1200 × 2300</a:t>
            </a:r>
          </a:p>
        </p:txBody>
      </p:sp>
      <p:sp>
        <p:nvSpPr>
          <p:cNvPr id="33" name="TextBox 33">
            <a:extLst xmlns:a="http://schemas.openxmlformats.org/drawingml/2006/main">
              <a:ext uri="{FF2B5EF4-FFF2-40B4-BE49-F238E27FC236}">
                <a16:creationId xmlns:a16="http://schemas.microsoft.com/office/drawing/2014/main" id="{FB538E4B-E7B6-4AB3-AC96-E4C7269723CD}"/>
              </a:ext>
            </a:extLst>
          </p:cNvPr>
          <p:cNvSpPr>
            <a:spLocks xmlns:a="http://schemas.openxmlformats.org/drawingml/2006/main" noGrp="1"/>
          </p:cNvSpPr>
          <p:nvPr/>
        </p:nvSpPr>
        <p:spPr>
          <a:xfrm xmlns:a="http://schemas.openxmlformats.org/drawingml/2006/main" rot="0" flipH="0" flipV="0">
            <a:off x="7232142" y="4292918"/>
            <a:ext cx="75883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层/站/门</a:t>
            </a:r>
          </a:p>
        </p:txBody>
      </p:sp>
      <p:sp>
        <p:nvSpPr>
          <p:cNvPr id="34" name="TextBox 34">
            <a:extLst xmlns:a="http://schemas.openxmlformats.org/drawingml/2006/main">
              <a:ext uri="{FF2B5EF4-FFF2-40B4-BE49-F238E27FC236}">
                <a16:creationId xmlns:a16="http://schemas.microsoft.com/office/drawing/2014/main" id="{79149446-3D96-4D27-829C-BC08E23D1167}"/>
              </a:ext>
            </a:extLst>
          </p:cNvPr>
          <p:cNvSpPr>
            <a:spLocks xmlns:a="http://schemas.openxmlformats.org/drawingml/2006/main" noGrp="1"/>
          </p:cNvSpPr>
          <p:nvPr/>
        </p:nvSpPr>
        <p:spPr>
          <a:xfrm xmlns:a="http://schemas.openxmlformats.org/drawingml/2006/main" rot="0" flipH="0" flipV="0">
            <a:off x="8564118" y="4260532"/>
            <a:ext cx="894150"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4 / 4 / 5</a:t>
            </a:r>
          </a:p>
        </p:txBody>
      </p:sp>
      <p:sp>
        <p:nvSpPr>
          <p:cNvPr id="35" name="TextBox 35">
            <a:extLst xmlns:a="http://schemas.openxmlformats.org/drawingml/2006/main">
              <a:ext uri="{FF2B5EF4-FFF2-40B4-BE49-F238E27FC236}">
                <a16:creationId xmlns:a16="http://schemas.microsoft.com/office/drawing/2014/main" id="{81DA7FB9-0D27-40C9-B8F6-198F119943B3}"/>
              </a:ext>
            </a:extLst>
          </p:cNvPr>
          <p:cNvSpPr>
            <a:spLocks xmlns:a="http://schemas.openxmlformats.org/drawingml/2006/main" noGrp="1"/>
          </p:cNvSpPr>
          <p:nvPr/>
        </p:nvSpPr>
        <p:spPr>
          <a:xfrm xmlns:a="http://schemas.openxmlformats.org/drawingml/2006/main" rot="0" flipH="0" flipV="0">
            <a:off x="850392" y="4807268"/>
            <a:ext cx="55892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主层站</a:t>
            </a:r>
          </a:p>
        </p:txBody>
      </p:sp>
      <p:sp>
        <p:nvSpPr>
          <p:cNvPr id="36" name="TextBox 36">
            <a:extLst xmlns:a="http://schemas.openxmlformats.org/drawingml/2006/main">
              <a:ext uri="{FF2B5EF4-FFF2-40B4-BE49-F238E27FC236}">
                <a16:creationId xmlns:a16="http://schemas.microsoft.com/office/drawing/2014/main" id="{566DF0A8-5EC6-41C0-96C1-CE62D1BCF036}"/>
              </a:ext>
            </a:extLst>
          </p:cNvPr>
          <p:cNvSpPr>
            <a:spLocks xmlns:a="http://schemas.openxmlformats.org/drawingml/2006/main" noGrp="1"/>
          </p:cNvSpPr>
          <p:nvPr/>
        </p:nvSpPr>
        <p:spPr>
          <a:xfrm xmlns:a="http://schemas.openxmlformats.org/drawingml/2006/main" rot="0" flipH="0" flipV="0">
            <a:off x="2087118" y="4774882"/>
            <a:ext cx="274930"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1F</a:t>
            </a:r>
          </a:p>
        </p:txBody>
      </p:sp>
      <p:sp>
        <p:nvSpPr>
          <p:cNvPr id="37" name="TextBox 37">
            <a:extLst xmlns:a="http://schemas.openxmlformats.org/drawingml/2006/main">
              <a:ext uri="{FF2B5EF4-FFF2-40B4-BE49-F238E27FC236}">
                <a16:creationId xmlns:a16="http://schemas.microsoft.com/office/drawing/2014/main" id="{D4190F94-363F-4297-B999-CC56D1F1B713}"/>
              </a:ext>
            </a:extLst>
          </p:cNvPr>
          <p:cNvSpPr>
            <a:spLocks xmlns:a="http://schemas.openxmlformats.org/drawingml/2006/main" noGrp="1"/>
          </p:cNvSpPr>
          <p:nvPr/>
        </p:nvSpPr>
        <p:spPr>
          <a:xfrm xmlns:a="http://schemas.openxmlformats.org/drawingml/2006/main" rot="0" flipH="0" flipV="0">
            <a:off x="3707892" y="48072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操作方式</a:t>
            </a:r>
          </a:p>
        </p:txBody>
      </p:sp>
      <p:sp>
        <p:nvSpPr>
          <p:cNvPr id="38" name="TextBox 38">
            <a:extLst xmlns:a="http://schemas.openxmlformats.org/drawingml/2006/main">
              <a:ext uri="{FF2B5EF4-FFF2-40B4-BE49-F238E27FC236}">
                <a16:creationId xmlns:a16="http://schemas.microsoft.com/office/drawing/2014/main" id="{48DB3A0B-B169-43A3-BA64-C1BEED781944}"/>
              </a:ext>
            </a:extLst>
          </p:cNvPr>
          <p:cNvSpPr>
            <a:spLocks xmlns:a="http://schemas.openxmlformats.org/drawingml/2006/main" noGrp="1"/>
          </p:cNvSpPr>
          <p:nvPr/>
        </p:nvSpPr>
        <p:spPr>
          <a:xfrm xmlns:a="http://schemas.openxmlformats.org/drawingml/2006/main" rot="0" flipH="0" flipV="0">
            <a:off x="5039868" y="4774882"/>
            <a:ext cx="791261"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1C-2BC</a:t>
            </a:r>
          </a:p>
        </p:txBody>
      </p:sp>
      <p:sp>
        <p:nvSpPr>
          <p:cNvPr id="39" name="TextBox 39">
            <a:extLst xmlns:a="http://schemas.openxmlformats.org/drawingml/2006/main">
              <a:ext uri="{FF2B5EF4-FFF2-40B4-BE49-F238E27FC236}">
                <a16:creationId xmlns:a16="http://schemas.microsoft.com/office/drawing/2014/main" id="{AF3D081D-B1CA-44DC-BA13-1D07136E7D98}"/>
              </a:ext>
            </a:extLst>
          </p:cNvPr>
          <p:cNvSpPr>
            <a:spLocks xmlns:a="http://schemas.openxmlformats.org/drawingml/2006/main" noGrp="1"/>
          </p:cNvSpPr>
          <p:nvPr/>
        </p:nvSpPr>
        <p:spPr>
          <a:xfrm xmlns:a="http://schemas.openxmlformats.org/drawingml/2006/main" rot="0" flipH="0" flipV="0">
            <a:off x="7232142" y="4807268"/>
            <a:ext cx="7406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拖动电源</a:t>
            </a:r>
          </a:p>
        </p:txBody>
      </p:sp>
      <p:sp>
        <p:nvSpPr>
          <p:cNvPr id="40" name="TextBox 40">
            <a:extLst xmlns:a="http://schemas.openxmlformats.org/drawingml/2006/main">
              <a:ext uri="{FF2B5EF4-FFF2-40B4-BE49-F238E27FC236}">
                <a16:creationId xmlns:a16="http://schemas.microsoft.com/office/drawing/2014/main" id="{88E3F0A2-0823-4515-A126-0D85CFF6F760}"/>
              </a:ext>
            </a:extLst>
          </p:cNvPr>
          <p:cNvSpPr>
            <a:spLocks xmlns:a="http://schemas.openxmlformats.org/drawingml/2006/main" noGrp="1"/>
          </p:cNvSpPr>
          <p:nvPr/>
        </p:nvSpPr>
        <p:spPr>
          <a:xfrm xmlns:a="http://schemas.openxmlformats.org/drawingml/2006/main" rot="0" flipH="0" flipV="0">
            <a:off x="8564118" y="4774882"/>
            <a:ext cx="1296067"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380V / 50Hz</a:t>
            </a:r>
          </a:p>
        </p:txBody>
      </p:sp>
      <p:sp>
        <p:nvSpPr>
          <p:cNvPr id="41" name="TextBox 41">
            <a:extLst xmlns:a="http://schemas.openxmlformats.org/drawingml/2006/main">
              <a:ext uri="{FF2B5EF4-FFF2-40B4-BE49-F238E27FC236}">
                <a16:creationId xmlns:a16="http://schemas.microsoft.com/office/drawing/2014/main" id="{AD6E4BEF-BC02-49BE-ADCA-AFF100C8BFB0}"/>
              </a:ext>
            </a:extLst>
          </p:cNvPr>
          <p:cNvSpPr>
            <a:spLocks xmlns:a="http://schemas.openxmlformats.org/drawingml/2006/main" noGrp="1"/>
          </p:cNvSpPr>
          <p:nvPr/>
        </p:nvSpPr>
        <p:spPr>
          <a:xfrm xmlns:a="http://schemas.openxmlformats.org/drawingml/2006/main" rot="0" flipH="0" flipV="0">
            <a:off x="850392" y="5321618"/>
            <a:ext cx="37719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装潢</a:t>
            </a:r>
          </a:p>
        </p:txBody>
      </p:sp>
      <p:sp>
        <p:nvSpPr>
          <p:cNvPr id="42" name="TextBox 42">
            <a:extLst xmlns:a="http://schemas.openxmlformats.org/drawingml/2006/main">
              <a:ext uri="{FF2B5EF4-FFF2-40B4-BE49-F238E27FC236}">
                <a16:creationId xmlns:a16="http://schemas.microsoft.com/office/drawing/2014/main" id="{31584A35-EDF2-41D3-A186-BD6719C45F70}"/>
              </a:ext>
            </a:extLst>
          </p:cNvPr>
          <p:cNvSpPr>
            <a:spLocks xmlns:a="http://schemas.openxmlformats.org/drawingml/2006/main" noGrp="1"/>
          </p:cNvSpPr>
          <p:nvPr/>
        </p:nvSpPr>
        <p:spPr>
          <a:xfrm xmlns:a="http://schemas.openxmlformats.org/drawingml/2006/main" rot="0" flipH="0" flipV="0">
            <a:off x="2087118" y="5289232"/>
            <a:ext cx="4828032"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chemeClr val="dk1"/>
                </a:solidFill>
                <a:latin typeface="Arial"/>
                <a:ea typeface="Arial"/>
                <a:cs typeface="Arial"/>
              </a:rPr>
              <a:t>ZCL-SS07S 天花 · 不锈钢厅门 · PVC 拼花地板</a:t>
            </a:r>
          </a:p>
        </p:txBody>
      </p:sp>
    </p:spTree>
    <p:extLst>
      <p:ext uri="{BB962C8B-B14F-4D97-AF65-F5344CB8AC3E}">
        <p14:creationId xmlns:p14="http://schemas.microsoft.com/office/powerpoint/2010/main" val="2022852583"/>
      </p:ext>
    </p:extLst>
  </p:cSld>
</p:sld>
</file>

<file path=ppt/slides/slide8.xml><?xml version="1.0" encoding="utf-8"?>
<p:sld xmlns:p="http://schemas.openxmlformats.org/presentationml/2006/main" showMasterSp="1">
  <p:cSld>
    <p:spTree>
      <p:nvGrpSpPr>
        <p:cNvPr id="1" name=""/>
        <p:cNvGrpSpPr/>
        <p:nvPr/>
      </p:nvGrpSpPr>
      <p:grpSpPr>
        <a:xfrm xmlns:a="http://schemas.openxmlformats.org/drawingml/2006/main"/>
      </p:grpSpPr>
      <p:sp>
        <p:nvSpPr>
          <p:cNvPr id="7" name="standard-title-slot Placeholder Carrier">
            <a:extLst xmlns:a="http://schemas.openxmlformats.org/drawingml/2006/main">
              <a:ext uri="{FF2B5EF4-FFF2-40B4-BE49-F238E27FC236}">
                <a16:creationId xmlns:a16="http://schemas.microsoft.com/office/drawing/2014/main" id="{67F28450-6EE1-4F72-BE15-A64B39335021}"/>
              </a:ext>
            </a:extLst>
          </p:cNvPr>
          <p:cNvSpPr>
            <a:spLocks xmlns:a="http://schemas.openxmlformats.org/drawingml/2006/main" noGrp="1"/>
          </p:cNvSpPr>
          <p:nvPr>
            <p:ph type="title" idx="0"/>
          </p:nvPr>
        </p:nvSpPr>
        <p:spPr>
          <a:xfrm xmlns:a="http://schemas.openxmlformats.org/drawingml/2006/main">
            <a:off x="511683" y="350520"/>
            <a:ext cx="7487717"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付款节点清晰，交付周期从确认与预付款到账起算</a:t>
            </a:r>
          </a:p>
        </p:txBody>
      </p:sp>
      <p:sp>
        <p:nvSpPr>
          <p:cNvPr id="8" name="standard-key-slot Placeholder Carrier">
            <a:extLst xmlns:a="http://schemas.openxmlformats.org/drawingml/2006/main">
              <a:ext uri="{FF2B5EF4-FFF2-40B4-BE49-F238E27FC236}">
                <a16:creationId xmlns:a16="http://schemas.microsoft.com/office/drawing/2014/main" id="{EB80C180-4C97-48E5-A530-538961AA6964}"/>
              </a:ext>
            </a:extLst>
          </p:cNvPr>
          <p:cNvSpPr>
            <a:spLocks xmlns:a="http://schemas.openxmlformats.org/drawingml/2006/main" noGrp="1"/>
          </p:cNvSpPr>
          <p:nvPr>
            <p:ph type="subTitle" idx="1"/>
          </p:nvPr>
        </p:nvSpPr>
        <p:spPr>
          <a:xfrm xmlns:a="http://schemas.openxmlformats.org/drawingml/2006/main">
            <a:off x="514731" y="1062990"/>
            <a:ext cx="7142378"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设备款 30% / 70%；安装款 50% / 50%；条件满足后 30 天交货</a:t>
            </a:r>
          </a:p>
        </p:txBody>
      </p:sp>
      <p:sp>
        <p:nvSpPr>
          <p:cNvPr id="9" name="standard-body-slot Placeholder Carrier">
            <a:extLst xmlns:a="http://schemas.openxmlformats.org/drawingml/2006/main">
              <a:ext uri="{FF2B5EF4-FFF2-40B4-BE49-F238E27FC236}">
                <a16:creationId xmlns:a16="http://schemas.microsoft.com/office/drawing/2014/main" id="{6E3C3BA4-976E-44DA-8FC9-A7C94B9AD1AE}"/>
              </a:ext>
            </a:extLst>
          </p:cNvPr>
          <p:cNvSpPr>
            <a:spLocks xmlns:a="http://schemas.openxmlformats.org/drawingml/2006/main" noGrp="1"/>
          </p:cNvSpPr>
          <p:nvPr>
            <p:ph type="body" idx="2"/>
          </p:nvPr>
        </p:nvSpPr>
        <p:spPr>
          <a:xfrm xmlns:a="http://schemas.openxmlformats.org/drawingml/2006/main">
            <a:off x="515748" y="1618007"/>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0" name="standard-page-num-slot Placeholder Carrier">
            <a:extLst xmlns:a="http://schemas.openxmlformats.org/drawingml/2006/main">
              <a:ext uri="{FF2B5EF4-FFF2-40B4-BE49-F238E27FC236}">
                <a16:creationId xmlns:a16="http://schemas.microsoft.com/office/drawing/2014/main" id="{B3C79A49-6AA6-4C56-880D-8CABE584164D}"/>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08</a:t>
            </a:r>
          </a:p>
        </p:txBody>
      </p:sp>
      <p:sp>
        <p:nvSpPr>
          <p:cNvPr id="11" name="Line 11">
            <a:extLst xmlns:a="http://schemas.openxmlformats.org/drawingml/2006/main">
              <a:ext uri="{FF2B5EF4-FFF2-40B4-BE49-F238E27FC236}">
                <a16:creationId xmlns:a16="http://schemas.microsoft.com/office/drawing/2014/main" id="{AD0376EB-6650-46C1-A5BC-590335D84BFD}"/>
              </a:ext>
            </a:extLst>
          </p:cNvPr>
          <p:cNvSpPr>
            <a:spLocks xmlns:a="http://schemas.openxmlformats.org/drawingml/2006/main" noGrp="1"/>
          </p:cNvSpPr>
          <p:nvPr/>
        </p:nvSpPr>
        <p:spPr>
          <a:xfrm xmlns:a="http://schemas.openxmlformats.org/drawingml/2006/main" rot="0" flipH="0" flipV="0">
            <a:off x="1476375" y="2609850"/>
            <a:ext cx="9144000" cy="9525"/>
          </a:xfrm>
          <a:custGeom xmlns:a="http://schemas.openxmlformats.org/drawingml/2006/main">
            <a:rect l="l" t="t" r="r" b="b"/>
            <a:pathLst>
              <a:path w="9144000" h="9525">
                <a:moveTo>
                  <a:pt x="0" y="0"/>
                </a:moveTo>
                <a:lnTo>
                  <a:pt x="9144000" y="0"/>
                </a:lnTo>
              </a:path>
            </a:pathLst>
          </a:custGeom>
          <a:noFill xmlns:a="http://schemas.openxmlformats.org/drawingml/2006/main"/>
          <a:ln xmlns:a="http://schemas.openxmlformats.org/drawingml/2006/main" w="57150">
            <a:solidFill>
              <a:srgbClr val="97CBFF"/>
            </a:solidFill>
          </a:ln>
        </p:spPr>
      </p:sp>
      <p:sp>
        <p:nvSpPr>
          <p:cNvPr id="12" name="Ellipse 12">
            <a:extLst xmlns:a="http://schemas.openxmlformats.org/drawingml/2006/main">
              <a:ext uri="{FF2B5EF4-FFF2-40B4-BE49-F238E27FC236}">
                <a16:creationId xmlns:a16="http://schemas.microsoft.com/office/drawing/2014/main" id="{3DE7CD77-8B79-4D61-8772-3B990015B8B1}"/>
              </a:ext>
            </a:extLst>
          </p:cNvPr>
          <p:cNvSpPr>
            <a:spLocks xmlns:a="http://schemas.openxmlformats.org/drawingml/2006/main" noGrp="1"/>
          </p:cNvSpPr>
          <p:nvPr/>
        </p:nvSpPr>
        <p:spPr>
          <a:xfrm xmlns:a="http://schemas.openxmlformats.org/drawingml/2006/main" rot="0" flipH="0" flipV="0">
            <a:off x="1390650" y="2286000"/>
            <a:ext cx="647700" cy="647700"/>
          </a:xfrm>
          <a:prstGeom xmlns:a="http://schemas.openxmlformats.org/drawingml/2006/main" prst="ellipse">
            <a:avLst/>
          </a:prstGeom>
          <a:solidFill xmlns:a="http://schemas.openxmlformats.org/drawingml/2006/main">
            <a:schemeClr val="accent1"/>
          </a:solidFill>
          <a:ln xmlns:a="http://schemas.openxmlformats.org/drawingml/2006/main">
            <a:noFill/>
          </a:ln>
        </p:spPr>
      </p:sp>
      <p:sp>
        <p:nvSpPr>
          <p:cNvPr id="13" name="TextBox 13">
            <a:extLst xmlns:a="http://schemas.openxmlformats.org/drawingml/2006/main">
              <a:ext uri="{FF2B5EF4-FFF2-40B4-BE49-F238E27FC236}">
                <a16:creationId xmlns:a16="http://schemas.microsoft.com/office/drawing/2014/main" id="{1CEE03D4-D0BF-4A30-86F1-7026236BAE96}"/>
              </a:ext>
            </a:extLst>
          </p:cNvPr>
          <p:cNvSpPr>
            <a:spLocks xmlns:a="http://schemas.openxmlformats.org/drawingml/2006/main" noGrp="1"/>
          </p:cNvSpPr>
          <p:nvPr/>
        </p:nvSpPr>
        <p:spPr>
          <a:xfrm xmlns:a="http://schemas.openxmlformats.org/drawingml/2006/main" rot="0" flipH="0" flipV="0">
            <a:off x="1470007" y="2501265"/>
            <a:ext cx="48898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30%</a:t>
            </a:r>
          </a:p>
        </p:txBody>
      </p:sp>
      <p:sp>
        <p:nvSpPr>
          <p:cNvPr id="14" name="TextBox 14">
            <a:extLst xmlns:a="http://schemas.openxmlformats.org/drawingml/2006/main">
              <a:ext uri="{FF2B5EF4-FFF2-40B4-BE49-F238E27FC236}">
                <a16:creationId xmlns:a16="http://schemas.microsoft.com/office/drawing/2014/main" id="{F13BCA45-EADB-4EF7-B62D-B0014044996D}"/>
              </a:ext>
            </a:extLst>
          </p:cNvPr>
          <p:cNvSpPr>
            <a:spLocks xmlns:a="http://schemas.openxmlformats.org/drawingml/2006/main" noGrp="1"/>
          </p:cNvSpPr>
          <p:nvPr/>
        </p:nvSpPr>
        <p:spPr>
          <a:xfrm xmlns:a="http://schemas.openxmlformats.org/drawingml/2006/main" rot="0" flipH="0" flipV="0">
            <a:off x="1176814" y="3048000"/>
            <a:ext cx="107537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chemeClr val="accent1"/>
                </a:solidFill>
                <a:latin typeface="Arial"/>
                <a:ea typeface="Arial"/>
                <a:cs typeface="Arial"/>
              </a:rPr>
              <a:t>设备预付款</a:t>
            </a:r>
          </a:p>
        </p:txBody>
      </p:sp>
      <p:sp>
        <p:nvSpPr>
          <p:cNvPr id="15" name="TextBox 15">
            <a:extLst xmlns:a="http://schemas.openxmlformats.org/drawingml/2006/main">
              <a:ext uri="{FF2B5EF4-FFF2-40B4-BE49-F238E27FC236}">
                <a16:creationId xmlns:a16="http://schemas.microsoft.com/office/drawing/2014/main" id="{4E6854AC-B399-48DE-89A7-ED1E8791A6C3}"/>
              </a:ext>
            </a:extLst>
          </p:cNvPr>
          <p:cNvSpPr>
            <a:spLocks xmlns:a="http://schemas.openxmlformats.org/drawingml/2006/main" noGrp="1"/>
          </p:cNvSpPr>
          <p:nvPr/>
        </p:nvSpPr>
        <p:spPr>
          <a:xfrm xmlns:a="http://schemas.openxmlformats.org/drawingml/2006/main" rot="0" flipH="0" flipV="0">
            <a:off x="1253300" y="3368992"/>
            <a:ext cx="92240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a:solidFill>
                  <a:srgbClr val="7A7A7A"/>
                </a:solidFill>
                <a:latin typeface="Arial"/>
                <a:ea typeface="Arial"/>
                <a:cs typeface="Arial"/>
              </a:rPr>
              <a:t>合同签订后</a:t>
            </a:r>
          </a:p>
        </p:txBody>
      </p:sp>
      <p:sp>
        <p:nvSpPr>
          <p:cNvPr id="17" name="Ellipse 17">
            <a:extLst xmlns:a="http://schemas.openxmlformats.org/drawingml/2006/main">
              <a:ext uri="{FF2B5EF4-FFF2-40B4-BE49-F238E27FC236}">
                <a16:creationId xmlns:a16="http://schemas.microsoft.com/office/drawing/2014/main" id="{5458CE7E-3649-40DB-BE7B-16BE5CA7B3A2}"/>
              </a:ext>
            </a:extLst>
          </p:cNvPr>
          <p:cNvSpPr>
            <a:spLocks xmlns:a="http://schemas.openxmlformats.org/drawingml/2006/main" noGrp="1"/>
          </p:cNvSpPr>
          <p:nvPr/>
        </p:nvSpPr>
        <p:spPr>
          <a:xfrm xmlns:a="http://schemas.openxmlformats.org/drawingml/2006/main" rot="0" flipH="0" flipV="0">
            <a:off x="4295775" y="2286000"/>
            <a:ext cx="647700" cy="647700"/>
          </a:xfrm>
          <a:prstGeom xmlns:a="http://schemas.openxmlformats.org/drawingml/2006/main" prst="ellipse">
            <a:avLst/>
          </a:prstGeom>
          <a:solidFill xmlns:a="http://schemas.openxmlformats.org/drawingml/2006/main">
            <a:schemeClr val="accent3"/>
          </a:solidFill>
          <a:ln xmlns:a="http://schemas.openxmlformats.org/drawingml/2006/main">
            <a:noFill/>
          </a:ln>
        </p:spPr>
      </p:sp>
      <p:sp>
        <p:nvSpPr>
          <p:cNvPr id="18" name="TextBox 18">
            <a:extLst xmlns:a="http://schemas.openxmlformats.org/drawingml/2006/main">
              <a:ext uri="{FF2B5EF4-FFF2-40B4-BE49-F238E27FC236}">
                <a16:creationId xmlns:a16="http://schemas.microsoft.com/office/drawing/2014/main" id="{795D8C1D-03A1-4EBB-97AB-12572F35B16E}"/>
              </a:ext>
            </a:extLst>
          </p:cNvPr>
          <p:cNvSpPr>
            <a:spLocks xmlns:a="http://schemas.openxmlformats.org/drawingml/2006/main" noGrp="1"/>
          </p:cNvSpPr>
          <p:nvPr/>
        </p:nvSpPr>
        <p:spPr>
          <a:xfrm xmlns:a="http://schemas.openxmlformats.org/drawingml/2006/main" rot="0" flipH="0" flipV="0">
            <a:off x="4375132" y="2501265"/>
            <a:ext cx="48898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50%</a:t>
            </a:r>
          </a:p>
        </p:txBody>
      </p:sp>
      <p:sp>
        <p:nvSpPr>
          <p:cNvPr id="19" name="TextBox 19">
            <a:extLst xmlns:a="http://schemas.openxmlformats.org/drawingml/2006/main">
              <a:ext uri="{FF2B5EF4-FFF2-40B4-BE49-F238E27FC236}">
                <a16:creationId xmlns:a16="http://schemas.microsoft.com/office/drawing/2014/main" id="{60E7B63D-B892-4891-8231-9912F560A848}"/>
              </a:ext>
            </a:extLst>
          </p:cNvPr>
          <p:cNvSpPr>
            <a:spLocks xmlns:a="http://schemas.openxmlformats.org/drawingml/2006/main" noGrp="1"/>
          </p:cNvSpPr>
          <p:nvPr/>
        </p:nvSpPr>
        <p:spPr>
          <a:xfrm xmlns:a="http://schemas.openxmlformats.org/drawingml/2006/main" rot="0" flipH="0" flipV="0">
            <a:off x="4081939" y="3048000"/>
            <a:ext cx="107537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chemeClr val="accent1"/>
                </a:solidFill>
                <a:latin typeface="Arial"/>
                <a:ea typeface="Arial"/>
                <a:cs typeface="Arial"/>
              </a:rPr>
              <a:t>安装进场款</a:t>
            </a:r>
          </a:p>
        </p:txBody>
      </p:sp>
      <p:sp>
        <p:nvSpPr>
          <p:cNvPr id="20" name="TextBox 20">
            <a:extLst xmlns:a="http://schemas.openxmlformats.org/drawingml/2006/main">
              <a:ext uri="{FF2B5EF4-FFF2-40B4-BE49-F238E27FC236}">
                <a16:creationId xmlns:a16="http://schemas.microsoft.com/office/drawing/2014/main" id="{9FC41026-ED51-4D8E-8843-84F00545700A}"/>
              </a:ext>
            </a:extLst>
          </p:cNvPr>
          <p:cNvSpPr>
            <a:spLocks xmlns:a="http://schemas.openxmlformats.org/drawingml/2006/main" noGrp="1"/>
          </p:cNvSpPr>
          <p:nvPr/>
        </p:nvSpPr>
        <p:spPr>
          <a:xfrm xmlns:a="http://schemas.openxmlformats.org/drawingml/2006/main" rot="0" flipH="0" flipV="0">
            <a:off x="4158424" y="3368992"/>
            <a:ext cx="92240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a:solidFill>
                  <a:srgbClr val="7A7A7A"/>
                </a:solidFill>
                <a:latin typeface="Arial"/>
                <a:ea typeface="Arial"/>
                <a:cs typeface="Arial"/>
              </a:rPr>
              <a:t>安装进场前</a:t>
            </a:r>
          </a:p>
        </p:txBody>
      </p:sp>
      <p:sp>
        <p:nvSpPr>
          <p:cNvPr id="22" name="Ellipse 22">
            <a:extLst xmlns:a="http://schemas.openxmlformats.org/drawingml/2006/main">
              <a:ext uri="{FF2B5EF4-FFF2-40B4-BE49-F238E27FC236}">
                <a16:creationId xmlns:a16="http://schemas.microsoft.com/office/drawing/2014/main" id="{1075DD4A-1DFB-4C03-B33E-769A18F5CB4E}"/>
              </a:ext>
            </a:extLst>
          </p:cNvPr>
          <p:cNvSpPr>
            <a:spLocks xmlns:a="http://schemas.openxmlformats.org/drawingml/2006/main" noGrp="1"/>
          </p:cNvSpPr>
          <p:nvPr/>
        </p:nvSpPr>
        <p:spPr>
          <a:xfrm xmlns:a="http://schemas.openxmlformats.org/drawingml/2006/main" rot="0" flipH="0" flipV="0">
            <a:off x="7200900" y="2286000"/>
            <a:ext cx="647700" cy="647700"/>
          </a:xfrm>
          <a:prstGeom xmlns:a="http://schemas.openxmlformats.org/drawingml/2006/main" prst="ellipse">
            <a:avLst/>
          </a:prstGeom>
          <a:solidFill xmlns:a="http://schemas.openxmlformats.org/drawingml/2006/main">
            <a:schemeClr val="accent1"/>
          </a:solidFill>
          <a:ln xmlns:a="http://schemas.openxmlformats.org/drawingml/2006/main">
            <a:noFill/>
          </a:ln>
        </p:spPr>
      </p:sp>
      <p:sp>
        <p:nvSpPr>
          <p:cNvPr id="23" name="TextBox 23">
            <a:extLst xmlns:a="http://schemas.openxmlformats.org/drawingml/2006/main">
              <a:ext uri="{FF2B5EF4-FFF2-40B4-BE49-F238E27FC236}">
                <a16:creationId xmlns:a16="http://schemas.microsoft.com/office/drawing/2014/main" id="{4745E77A-0A22-4CA1-AF93-1238F5960B4B}"/>
              </a:ext>
            </a:extLst>
          </p:cNvPr>
          <p:cNvSpPr>
            <a:spLocks xmlns:a="http://schemas.openxmlformats.org/drawingml/2006/main" noGrp="1"/>
          </p:cNvSpPr>
          <p:nvPr/>
        </p:nvSpPr>
        <p:spPr>
          <a:xfrm xmlns:a="http://schemas.openxmlformats.org/drawingml/2006/main" rot="0" flipH="0" flipV="0">
            <a:off x="7280257" y="2501265"/>
            <a:ext cx="48898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70%</a:t>
            </a:r>
          </a:p>
        </p:txBody>
      </p:sp>
      <p:sp>
        <p:nvSpPr>
          <p:cNvPr id="24" name="TextBox 24">
            <a:extLst xmlns:a="http://schemas.openxmlformats.org/drawingml/2006/main">
              <a:ext uri="{FF2B5EF4-FFF2-40B4-BE49-F238E27FC236}">
                <a16:creationId xmlns:a16="http://schemas.microsoft.com/office/drawing/2014/main" id="{D452F803-813D-44A8-8C32-277C619C3C65}"/>
              </a:ext>
            </a:extLst>
          </p:cNvPr>
          <p:cNvSpPr>
            <a:spLocks xmlns:a="http://schemas.openxmlformats.org/drawingml/2006/main" noGrp="1"/>
          </p:cNvSpPr>
          <p:nvPr/>
        </p:nvSpPr>
        <p:spPr>
          <a:xfrm xmlns:a="http://schemas.openxmlformats.org/drawingml/2006/main" rot="0" flipH="0" flipV="0">
            <a:off x="7093077" y="3048000"/>
            <a:ext cx="86334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chemeClr val="accent1"/>
                </a:solidFill>
                <a:latin typeface="Arial"/>
                <a:ea typeface="Arial"/>
                <a:cs typeface="Arial"/>
              </a:rPr>
              <a:t>设备尾款</a:t>
            </a:r>
          </a:p>
        </p:txBody>
      </p:sp>
      <p:sp>
        <p:nvSpPr>
          <p:cNvPr id="25" name="TextBox 25">
            <a:extLst xmlns:a="http://schemas.openxmlformats.org/drawingml/2006/main">
              <a:ext uri="{FF2B5EF4-FFF2-40B4-BE49-F238E27FC236}">
                <a16:creationId xmlns:a16="http://schemas.microsoft.com/office/drawing/2014/main" id="{863021A2-4591-4493-9AE0-F5B7FD8CF010}"/>
              </a:ext>
            </a:extLst>
          </p:cNvPr>
          <p:cNvSpPr>
            <a:spLocks xmlns:a="http://schemas.openxmlformats.org/drawingml/2006/main" noGrp="1"/>
          </p:cNvSpPr>
          <p:nvPr/>
        </p:nvSpPr>
        <p:spPr>
          <a:xfrm xmlns:a="http://schemas.openxmlformats.org/drawingml/2006/main" rot="0" flipH="0" flipV="0">
            <a:off x="7245286" y="3368992"/>
            <a:ext cx="55892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a:solidFill>
                  <a:srgbClr val="7A7A7A"/>
                </a:solidFill>
                <a:latin typeface="Arial"/>
                <a:ea typeface="Arial"/>
                <a:cs typeface="Arial"/>
              </a:rPr>
              <a:t>提货前</a:t>
            </a:r>
          </a:p>
        </p:txBody>
      </p:sp>
      <p:sp>
        <p:nvSpPr>
          <p:cNvPr id="27" name="Ellipse 27">
            <a:extLst xmlns:a="http://schemas.openxmlformats.org/drawingml/2006/main">
              <a:ext uri="{FF2B5EF4-FFF2-40B4-BE49-F238E27FC236}">
                <a16:creationId xmlns:a16="http://schemas.microsoft.com/office/drawing/2014/main" id="{496993D7-5487-4BEF-A702-0DCE3B619A63}"/>
              </a:ext>
            </a:extLst>
          </p:cNvPr>
          <p:cNvSpPr>
            <a:spLocks xmlns:a="http://schemas.openxmlformats.org/drawingml/2006/main" noGrp="1"/>
          </p:cNvSpPr>
          <p:nvPr/>
        </p:nvSpPr>
        <p:spPr>
          <a:xfrm xmlns:a="http://schemas.openxmlformats.org/drawingml/2006/main" rot="0" flipH="0" flipV="0">
            <a:off x="10106025" y="2286000"/>
            <a:ext cx="647700" cy="647700"/>
          </a:xfrm>
          <a:prstGeom xmlns:a="http://schemas.openxmlformats.org/drawingml/2006/main" prst="ellipse">
            <a:avLst/>
          </a:prstGeom>
          <a:solidFill xmlns:a="http://schemas.openxmlformats.org/drawingml/2006/main">
            <a:schemeClr val="accent2"/>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BC76B30A-5C0F-4CF8-9657-6729A9741604}"/>
              </a:ext>
            </a:extLst>
          </p:cNvPr>
          <p:cNvSpPr>
            <a:spLocks xmlns:a="http://schemas.openxmlformats.org/drawingml/2006/main" noGrp="1"/>
          </p:cNvSpPr>
          <p:nvPr/>
        </p:nvSpPr>
        <p:spPr>
          <a:xfrm xmlns:a="http://schemas.openxmlformats.org/drawingml/2006/main" rot="0" flipH="0" flipV="0">
            <a:off x="10185382" y="2501265"/>
            <a:ext cx="48898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50%</a:t>
            </a:r>
          </a:p>
        </p:txBody>
      </p:sp>
      <p:sp>
        <p:nvSpPr>
          <p:cNvPr id="29" name="TextBox 29">
            <a:extLst xmlns:a="http://schemas.openxmlformats.org/drawingml/2006/main">
              <a:ext uri="{FF2B5EF4-FFF2-40B4-BE49-F238E27FC236}">
                <a16:creationId xmlns:a16="http://schemas.microsoft.com/office/drawing/2014/main" id="{588E88B5-20BB-47BC-B454-932B7880CE15}"/>
              </a:ext>
            </a:extLst>
          </p:cNvPr>
          <p:cNvSpPr>
            <a:spLocks xmlns:a="http://schemas.openxmlformats.org/drawingml/2006/main" noGrp="1"/>
          </p:cNvSpPr>
          <p:nvPr/>
        </p:nvSpPr>
        <p:spPr>
          <a:xfrm xmlns:a="http://schemas.openxmlformats.org/drawingml/2006/main" rot="0" flipH="0" flipV="0">
            <a:off x="9998202" y="3048000"/>
            <a:ext cx="86334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chemeClr val="accent1"/>
                </a:solidFill>
                <a:latin typeface="Arial"/>
                <a:ea typeface="Arial"/>
                <a:cs typeface="Arial"/>
              </a:rPr>
              <a:t>安装尾款</a:t>
            </a:r>
          </a:p>
        </p:txBody>
      </p:sp>
      <p:sp>
        <p:nvSpPr>
          <p:cNvPr id="30" name="TextBox 30">
            <a:extLst xmlns:a="http://schemas.openxmlformats.org/drawingml/2006/main">
              <a:ext uri="{FF2B5EF4-FFF2-40B4-BE49-F238E27FC236}">
                <a16:creationId xmlns:a16="http://schemas.microsoft.com/office/drawing/2014/main" id="{C87C21D6-E1EA-4D99-A7FD-D052FC9C39A6}"/>
              </a:ext>
            </a:extLst>
          </p:cNvPr>
          <p:cNvSpPr>
            <a:spLocks xmlns:a="http://schemas.openxmlformats.org/drawingml/2006/main" noGrp="1"/>
          </p:cNvSpPr>
          <p:nvPr/>
        </p:nvSpPr>
        <p:spPr>
          <a:xfrm xmlns:a="http://schemas.openxmlformats.org/drawingml/2006/main" rot="0" flipH="0" flipV="0">
            <a:off x="9968674" y="3368992"/>
            <a:ext cx="92240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a:solidFill>
                  <a:srgbClr val="7A7A7A"/>
                </a:solidFill>
                <a:latin typeface="Arial"/>
                <a:ea typeface="Arial"/>
                <a:cs typeface="Arial"/>
              </a:rPr>
              <a:t>政府验收后</a:t>
            </a:r>
          </a:p>
        </p:txBody>
      </p:sp>
      <p:sp>
        <p:nvSpPr>
          <p:cNvPr id="33" name="Rectangle 33">
            <a:extLst xmlns:a="http://schemas.openxmlformats.org/drawingml/2006/main">
              <a:ext uri="{FF2B5EF4-FFF2-40B4-BE49-F238E27FC236}">
                <a16:creationId xmlns:a16="http://schemas.microsoft.com/office/drawing/2014/main" id="{BD4A69BD-DFA6-4433-8B6C-1D2E316A039A}"/>
              </a:ext>
            </a:extLst>
          </p:cNvPr>
          <p:cNvSpPr>
            <a:spLocks xmlns:a="http://schemas.openxmlformats.org/drawingml/2006/main" noGrp="1"/>
          </p:cNvSpPr>
          <p:nvPr/>
        </p:nvSpPr>
        <p:spPr>
          <a:xfrm xmlns:a="http://schemas.openxmlformats.org/drawingml/2006/main" rot="0" flipH="0" flipV="0">
            <a:off x="781050" y="4286250"/>
            <a:ext cx="10572750" cy="1524000"/>
          </a:xfrm>
          <a:prstGeom xmlns:a="http://schemas.openxmlformats.org/drawingml/2006/main" prst="rect">
            <a:avLst/>
          </a:prstGeom>
          <a:solidFill xmlns:a="http://schemas.openxmlformats.org/drawingml/2006/main">
            <a:schemeClr val="accent5"/>
          </a:solidFill>
          <a:ln xmlns:a="http://schemas.openxmlformats.org/drawingml/2006/main">
            <a:noFill/>
          </a:ln>
        </p:spPr>
      </p:sp>
      <p:sp>
        <p:nvSpPr>
          <p:cNvPr id="34" name="Freeform 34">
            <a:extLst xmlns:a="http://schemas.openxmlformats.org/drawingml/2006/main">
              <a:ext uri="{FF2B5EF4-FFF2-40B4-BE49-F238E27FC236}">
                <a16:creationId xmlns:a16="http://schemas.microsoft.com/office/drawing/2014/main" id="{8F70E476-FB44-40AE-9825-4C91ACEEFD21}"/>
              </a:ext>
            </a:extLst>
          </p:cNvPr>
          <p:cNvSpPr>
            <a:spLocks xmlns:a="http://schemas.openxmlformats.org/drawingml/2006/main" noGrp="1"/>
          </p:cNvSpPr>
          <p:nvPr/>
        </p:nvSpPr>
        <p:spPr>
          <a:xfrm xmlns:a="http://schemas.openxmlformats.org/drawingml/2006/main" rot="0" flipH="0" flipV="0">
            <a:off x="1085850" y="4624388"/>
            <a:ext cx="228600" cy="228600"/>
          </a:xfrm>
          <a:custGeom xmlns:a="http://schemas.openxmlformats.org/drawingml/2006/main">
            <a:rect l="l" t="t" r="r" b="b"/>
            <a:pathLst>
              <a:path w="228600" h="228600">
                <a:moveTo>
                  <a:pt x="0" y="28575"/>
                </a:moveTo>
                <a:cubicBezTo>
                  <a:pt x="0" y="12793"/>
                  <a:pt x="12793" y="0"/>
                  <a:pt x="28575" y="0"/>
                </a:cubicBezTo>
                <a:lnTo>
                  <a:pt x="200025" y="0"/>
                </a:lnTo>
                <a:cubicBezTo>
                  <a:pt x="215807" y="0"/>
                  <a:pt x="228600" y="12793"/>
                  <a:pt x="228600" y="28575"/>
                </a:cubicBezTo>
                <a:lnTo>
                  <a:pt x="228600" y="200025"/>
                </a:lnTo>
                <a:cubicBezTo>
                  <a:pt x="228600" y="215807"/>
                  <a:pt x="215807" y="228600"/>
                  <a:pt x="200025" y="228600"/>
                </a:cubicBezTo>
                <a:lnTo>
                  <a:pt x="28575" y="228600"/>
                </a:lnTo>
                <a:cubicBezTo>
                  <a:pt x="12793" y="228600"/>
                  <a:pt x="0" y="215807"/>
                  <a:pt x="0" y="200025"/>
                </a:cubicBezTo>
                <a:lnTo>
                  <a:pt x="0" y="28575"/>
                </a:lnTo>
              </a:path>
            </a:pathLst>
          </a:custGeom>
          <a:noFill xmlns:a="http://schemas.openxmlformats.org/drawingml/2006/main"/>
          <a:ln xmlns:a="http://schemas.openxmlformats.org/drawingml/2006/main" w="28575">
            <a:solidFill>
              <a:schemeClr val="accent1"/>
            </a:solidFill>
          </a:ln>
        </p:spPr>
      </p:sp>
      <p:sp>
        <p:nvSpPr>
          <p:cNvPr id="35" name="Freeform 35">
            <a:extLst xmlns:a="http://schemas.openxmlformats.org/drawingml/2006/main">
              <a:ext uri="{FF2B5EF4-FFF2-40B4-BE49-F238E27FC236}">
                <a16:creationId xmlns:a16="http://schemas.microsoft.com/office/drawing/2014/main" id="{630822A5-AD03-4F4B-901C-722CB999421D}"/>
              </a:ext>
            </a:extLst>
          </p:cNvPr>
          <p:cNvSpPr>
            <a:spLocks xmlns:a="http://schemas.openxmlformats.org/drawingml/2006/main" noGrp="1"/>
          </p:cNvSpPr>
          <p:nvPr/>
        </p:nvSpPr>
        <p:spPr>
          <a:xfrm xmlns:a="http://schemas.openxmlformats.org/drawingml/2006/main" rot="0" flipH="0" flipV="0">
            <a:off x="1257300" y="4595812"/>
            <a:ext cx="9525" cy="57150"/>
          </a:xfrm>
          <a:custGeom xmlns:a="http://schemas.openxmlformats.org/drawingml/2006/main">
            <a:rect l="l" t="t" r="r" b="b"/>
            <a:pathLst>
              <a:path w="9525" h="57150">
                <a:moveTo>
                  <a:pt x="0" y="0"/>
                </a:moveTo>
                <a:lnTo>
                  <a:pt x="0" y="57150"/>
                </a:lnTo>
              </a:path>
            </a:pathLst>
          </a:custGeom>
          <a:noFill xmlns:a="http://schemas.openxmlformats.org/drawingml/2006/main"/>
          <a:ln xmlns:a="http://schemas.openxmlformats.org/drawingml/2006/main" w="28575">
            <a:solidFill>
              <a:schemeClr val="accent1"/>
            </a:solidFill>
          </a:ln>
        </p:spPr>
      </p:sp>
      <p:sp>
        <p:nvSpPr>
          <p:cNvPr id="36" name="Freeform 36">
            <a:extLst xmlns:a="http://schemas.openxmlformats.org/drawingml/2006/main">
              <a:ext uri="{FF2B5EF4-FFF2-40B4-BE49-F238E27FC236}">
                <a16:creationId xmlns:a16="http://schemas.microsoft.com/office/drawing/2014/main" id="{08B20FAB-CE55-453B-BD43-FC1218508815}"/>
              </a:ext>
            </a:extLst>
          </p:cNvPr>
          <p:cNvSpPr>
            <a:spLocks xmlns:a="http://schemas.openxmlformats.org/drawingml/2006/main" noGrp="1"/>
          </p:cNvSpPr>
          <p:nvPr/>
        </p:nvSpPr>
        <p:spPr>
          <a:xfrm xmlns:a="http://schemas.openxmlformats.org/drawingml/2006/main" rot="0" flipH="0" flipV="0">
            <a:off x="1143000" y="4595812"/>
            <a:ext cx="9525" cy="57150"/>
          </a:xfrm>
          <a:custGeom xmlns:a="http://schemas.openxmlformats.org/drawingml/2006/main">
            <a:rect l="l" t="t" r="r" b="b"/>
            <a:pathLst>
              <a:path w="9525" h="57150">
                <a:moveTo>
                  <a:pt x="0" y="0"/>
                </a:moveTo>
                <a:lnTo>
                  <a:pt x="0" y="57150"/>
                </a:lnTo>
              </a:path>
            </a:pathLst>
          </a:custGeom>
          <a:noFill xmlns:a="http://schemas.openxmlformats.org/drawingml/2006/main"/>
          <a:ln xmlns:a="http://schemas.openxmlformats.org/drawingml/2006/main" w="28575">
            <a:solidFill>
              <a:schemeClr val="accent1"/>
            </a:solidFill>
          </a:ln>
        </p:spPr>
      </p:sp>
      <p:sp>
        <p:nvSpPr>
          <p:cNvPr id="37" name="Freeform 37">
            <a:extLst xmlns:a="http://schemas.openxmlformats.org/drawingml/2006/main">
              <a:ext uri="{FF2B5EF4-FFF2-40B4-BE49-F238E27FC236}">
                <a16:creationId xmlns:a16="http://schemas.microsoft.com/office/drawing/2014/main" id="{F7B90029-762C-4C52-BF99-B81658D57351}"/>
              </a:ext>
            </a:extLst>
          </p:cNvPr>
          <p:cNvSpPr>
            <a:spLocks xmlns:a="http://schemas.openxmlformats.org/drawingml/2006/main" noGrp="1"/>
          </p:cNvSpPr>
          <p:nvPr/>
        </p:nvSpPr>
        <p:spPr>
          <a:xfrm xmlns:a="http://schemas.openxmlformats.org/drawingml/2006/main" rot="0" flipH="0" flipV="0">
            <a:off x="1085850" y="4710112"/>
            <a:ext cx="228600" cy="9525"/>
          </a:xfrm>
          <a:custGeom xmlns:a="http://schemas.openxmlformats.org/drawingml/2006/main">
            <a:rect l="l" t="t" r="r" b="b"/>
            <a:pathLst>
              <a:path w="228600" h="9525">
                <a:moveTo>
                  <a:pt x="0" y="0"/>
                </a:moveTo>
                <a:lnTo>
                  <a:pt x="228600" y="0"/>
                </a:lnTo>
              </a:path>
            </a:pathLst>
          </a:custGeom>
          <a:noFill xmlns:a="http://schemas.openxmlformats.org/drawingml/2006/main"/>
          <a:ln xmlns:a="http://schemas.openxmlformats.org/drawingml/2006/main" w="28575">
            <a:solidFill>
              <a:schemeClr val="accent1"/>
            </a:solidFill>
          </a:ln>
        </p:spPr>
      </p:sp>
      <p:sp>
        <p:nvSpPr>
          <p:cNvPr id="38" name="Freeform 38">
            <a:extLst xmlns:a="http://schemas.openxmlformats.org/drawingml/2006/main">
              <a:ext uri="{FF2B5EF4-FFF2-40B4-BE49-F238E27FC236}">
                <a16:creationId xmlns:a16="http://schemas.microsoft.com/office/drawing/2014/main" id="{35914994-D37D-460D-971C-B296617AF5A2}"/>
              </a:ext>
            </a:extLst>
          </p:cNvPr>
          <p:cNvSpPr>
            <a:spLocks xmlns:a="http://schemas.openxmlformats.org/drawingml/2006/main" noGrp="1"/>
          </p:cNvSpPr>
          <p:nvPr/>
        </p:nvSpPr>
        <p:spPr>
          <a:xfrm xmlns:a="http://schemas.openxmlformats.org/drawingml/2006/main" rot="0" flipH="0" flipV="0">
            <a:off x="1185862" y="4767262"/>
            <a:ext cx="14288" cy="9525"/>
          </a:xfrm>
          <a:custGeom xmlns:a="http://schemas.openxmlformats.org/drawingml/2006/main">
            <a:rect l="l" t="t" r="r" b="b"/>
            <a:pathLst>
              <a:path w="14288" h="9525">
                <a:moveTo>
                  <a:pt x="0" y="0"/>
                </a:moveTo>
                <a:lnTo>
                  <a:pt x="14288" y="0"/>
                </a:lnTo>
              </a:path>
            </a:pathLst>
          </a:custGeom>
          <a:noFill xmlns:a="http://schemas.openxmlformats.org/drawingml/2006/main"/>
          <a:ln xmlns:a="http://schemas.openxmlformats.org/drawingml/2006/main" w="28575">
            <a:solidFill>
              <a:schemeClr val="accent1"/>
            </a:solidFill>
          </a:ln>
        </p:spPr>
      </p:sp>
      <p:sp>
        <p:nvSpPr>
          <p:cNvPr id="39" name="Freeform 39">
            <a:extLst xmlns:a="http://schemas.openxmlformats.org/drawingml/2006/main">
              <a:ext uri="{FF2B5EF4-FFF2-40B4-BE49-F238E27FC236}">
                <a16:creationId xmlns:a16="http://schemas.microsoft.com/office/drawing/2014/main" id="{BB0A6D7D-87AA-47B3-8031-81C7414843DE}"/>
              </a:ext>
            </a:extLst>
          </p:cNvPr>
          <p:cNvSpPr>
            <a:spLocks xmlns:a="http://schemas.openxmlformats.org/drawingml/2006/main" noGrp="1"/>
          </p:cNvSpPr>
          <p:nvPr/>
        </p:nvSpPr>
        <p:spPr>
          <a:xfrm xmlns:a="http://schemas.openxmlformats.org/drawingml/2006/main" rot="0" flipH="0" flipV="0">
            <a:off x="1200150" y="4767262"/>
            <a:ext cx="9525" cy="42862"/>
          </a:xfrm>
          <a:custGeom xmlns:a="http://schemas.openxmlformats.org/drawingml/2006/main">
            <a:rect l="l" t="t" r="r" b="b"/>
            <a:pathLst>
              <a:path w="9525" h="42862">
                <a:moveTo>
                  <a:pt x="0" y="0"/>
                </a:moveTo>
                <a:lnTo>
                  <a:pt x="0" y="42862"/>
                </a:lnTo>
              </a:path>
            </a:pathLst>
          </a:custGeom>
          <a:noFill xmlns:a="http://schemas.openxmlformats.org/drawingml/2006/main"/>
          <a:ln xmlns:a="http://schemas.openxmlformats.org/drawingml/2006/main" w="28575">
            <a:solidFill>
              <a:schemeClr val="accent1"/>
            </a:solidFill>
          </a:ln>
        </p:spPr>
      </p:sp>
      <p:sp>
        <p:nvSpPr>
          <p:cNvPr id="41" name="TextBox 41">
            <a:extLst xmlns:a="http://schemas.openxmlformats.org/drawingml/2006/main">
              <a:ext uri="{FF2B5EF4-FFF2-40B4-BE49-F238E27FC236}">
                <a16:creationId xmlns:a16="http://schemas.microsoft.com/office/drawing/2014/main" id="{90C65C14-8F8C-4A6E-A7A1-47C93B70989D}"/>
              </a:ext>
            </a:extLst>
          </p:cNvPr>
          <p:cNvSpPr>
            <a:spLocks xmlns:a="http://schemas.openxmlformats.org/drawingml/2006/main" noGrp="1"/>
          </p:cNvSpPr>
          <p:nvPr/>
        </p:nvSpPr>
        <p:spPr>
          <a:xfrm xmlns:a="http://schemas.openxmlformats.org/drawingml/2006/main" rot="0" flipH="0" flipV="0">
            <a:off x="1534668" y="4593908"/>
            <a:ext cx="1182910"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Arial"/>
                <a:ea typeface="Arial"/>
                <a:cs typeface="Arial"/>
              </a:rPr>
              <a:t>交货与服务</a:t>
            </a:r>
          </a:p>
        </p:txBody>
      </p:sp>
      <p:sp>
        <p:nvSpPr>
          <p:cNvPr id="42" name="TextBox 42">
            <a:extLst xmlns:a="http://schemas.openxmlformats.org/drawingml/2006/main">
              <a:ext uri="{FF2B5EF4-FFF2-40B4-BE49-F238E27FC236}">
                <a16:creationId xmlns:a16="http://schemas.microsoft.com/office/drawing/2014/main" id="{52E2D92D-AF14-4FC2-9687-BB2E1F643148}"/>
              </a:ext>
            </a:extLst>
          </p:cNvPr>
          <p:cNvSpPr>
            <a:spLocks xmlns:a="http://schemas.openxmlformats.org/drawingml/2006/main" noGrp="1"/>
          </p:cNvSpPr>
          <p:nvPr/>
        </p:nvSpPr>
        <p:spPr>
          <a:xfrm xmlns:a="http://schemas.openxmlformats.org/drawingml/2006/main" rot="0" flipH="0" flipV="0">
            <a:off x="1021842" y="5073968"/>
            <a:ext cx="464835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合同、技术规格与图纸确认，且预付款到账后 30 天交货</a:t>
            </a:r>
          </a:p>
        </p:txBody>
      </p:sp>
      <p:sp>
        <p:nvSpPr>
          <p:cNvPr id="43" name="TextBox 43">
            <a:extLst xmlns:a="http://schemas.openxmlformats.org/drawingml/2006/main">
              <a:ext uri="{FF2B5EF4-FFF2-40B4-BE49-F238E27FC236}">
                <a16:creationId xmlns:a16="http://schemas.microsoft.com/office/drawing/2014/main" id="{96669C31-BD63-490D-9A69-09FEF586CC74}"/>
              </a:ext>
            </a:extLst>
          </p:cNvPr>
          <p:cNvSpPr>
            <a:spLocks xmlns:a="http://schemas.openxmlformats.org/drawingml/2006/main" noGrp="1"/>
          </p:cNvSpPr>
          <p:nvPr/>
        </p:nvSpPr>
        <p:spPr>
          <a:xfrm xmlns:a="http://schemas.openxmlformats.org/drawingml/2006/main" rot="0" flipH="0" flipV="0">
            <a:off x="1021842" y="5397818"/>
            <a:ext cx="532077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一年免费保修，但不超过交货后 18 个月；提供 24 小时应急服务</a:t>
            </a:r>
          </a:p>
        </p:txBody>
      </p:sp>
      <p:sp>
        <p:nvSpPr>
          <p:cNvPr id="44" name="TextBox 44">
            <a:extLst xmlns:a="http://schemas.openxmlformats.org/drawingml/2006/main">
              <a:ext uri="{FF2B5EF4-FFF2-40B4-BE49-F238E27FC236}">
                <a16:creationId xmlns:a16="http://schemas.microsoft.com/office/drawing/2014/main" id="{3B4FF6EA-5836-48BB-8397-031E4675808D}"/>
              </a:ext>
            </a:extLst>
          </p:cNvPr>
          <p:cNvSpPr>
            <a:spLocks xmlns:a="http://schemas.openxmlformats.org/drawingml/2006/main" noGrp="1"/>
          </p:cNvSpPr>
          <p:nvPr/>
        </p:nvSpPr>
        <p:spPr>
          <a:xfrm xmlns:a="http://schemas.openxmlformats.org/drawingml/2006/main" rot="0" flipH="0" flipV="0">
            <a:off x="6660642" y="5073968"/>
            <a:ext cx="176782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报价有效期：3 个月</a:t>
            </a:r>
          </a:p>
        </p:txBody>
      </p:sp>
      <p:sp>
        <p:nvSpPr>
          <p:cNvPr id="45" name="TextBox 45">
            <a:extLst xmlns:a="http://schemas.openxmlformats.org/drawingml/2006/main">
              <a:ext uri="{FF2B5EF4-FFF2-40B4-BE49-F238E27FC236}">
                <a16:creationId xmlns:a16="http://schemas.microsoft.com/office/drawing/2014/main" id="{29C90DF4-EDC9-4F5F-9577-A4259BF1BF26}"/>
              </a:ext>
            </a:extLst>
          </p:cNvPr>
          <p:cNvSpPr>
            <a:spLocks xmlns:a="http://schemas.openxmlformats.org/drawingml/2006/main" noGrp="1"/>
          </p:cNvSpPr>
          <p:nvPr/>
        </p:nvSpPr>
        <p:spPr>
          <a:xfrm xmlns:a="http://schemas.openxmlformats.org/drawingml/2006/main" rot="0" flipH="0" flipV="0">
            <a:off x="6660642" y="5397818"/>
            <a:ext cx="329441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145732" indent="-145732" algn="l">
              <a:buClr>
                <a:schemeClr val="dk1"/>
              </a:buClr>
              <a:buSzTx/>
              <a:buFontTx/>
              <a:buChar char="•"/>
            </a:pPr>
            <a:r>
              <a:rPr sz="1350">
                <a:solidFill>
                  <a:schemeClr val="dk1"/>
                </a:solidFill>
                <a:latin typeface="Arial"/>
                <a:ea typeface="Arial"/>
                <a:cs typeface="Arial"/>
              </a:rPr>
              <a:t>交货地点：上海市闵行区江川路 811 号</a:t>
            </a:r>
          </a:p>
        </p:txBody>
      </p:sp>
    </p:spTree>
    <p:extLst>
      <p:ext uri="{BB962C8B-B14F-4D97-AF65-F5344CB8AC3E}">
        <p14:creationId xmlns:p14="http://schemas.microsoft.com/office/powerpoint/2010/main" val="401842091"/>
      </p:ext>
    </p:extLst>
  </p:cSld>
</p:sld>
</file>

<file path=ppt/slides/slide9.xml><?xml version="1.0" encoding="utf-8"?>
<p:sld xmlns:p="http://schemas.openxmlformats.org/presentationml/2006/main" showMasterSp="1">
  <p:cSld>
    <p:spTree>
      <p:nvGrpSpPr>
        <p:cNvPr id="1" name=""/>
        <p:cNvGrpSpPr/>
        <p:nvPr/>
      </p:nvGrpSpPr>
      <p:grpSpPr>
        <a:xfrm xmlns:a="http://schemas.openxmlformats.org/drawingml/2006/main"/>
      </p:grpSpPr>
      <p:sp>
        <p:nvSpPr>
          <p:cNvPr id="8" name="image-right-title-slot Placeholder Carrier">
            <a:extLst xmlns:a="http://schemas.openxmlformats.org/drawingml/2006/main">
              <a:ext uri="{FF2B5EF4-FFF2-40B4-BE49-F238E27FC236}">
                <a16:creationId xmlns:a16="http://schemas.microsoft.com/office/drawing/2014/main" id="{319FCCB4-53FC-4F52-B9EC-3116E29D93D6}"/>
              </a:ext>
            </a:extLst>
          </p:cNvPr>
          <p:cNvSpPr>
            <a:spLocks xmlns:a="http://schemas.openxmlformats.org/drawingml/2006/main" noGrp="1"/>
          </p:cNvSpPr>
          <p:nvPr>
            <p:ph type="title" idx="0"/>
          </p:nvPr>
        </p:nvSpPr>
        <p:spPr>
          <a:xfrm xmlns:a="http://schemas.openxmlformats.org/drawingml/2006/main">
            <a:off x="511683" y="350520"/>
            <a:ext cx="7330623"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LEHY-Pro 在安全、智能与节能方面配置更完整</a:t>
            </a:r>
          </a:p>
        </p:txBody>
      </p:sp>
      <p:sp>
        <p:nvSpPr>
          <p:cNvPr id="9" name="image-right-key-slot Placeholder Carrier">
            <a:extLst xmlns:a="http://schemas.openxmlformats.org/drawingml/2006/main">
              <a:ext uri="{FF2B5EF4-FFF2-40B4-BE49-F238E27FC236}">
                <a16:creationId xmlns:a16="http://schemas.microsoft.com/office/drawing/2014/main" id="{A851B6D9-5DF0-4CFE-A062-518F6F5D3C99}"/>
              </a:ext>
            </a:extLst>
          </p:cNvPr>
          <p:cNvSpPr>
            <a:spLocks xmlns:a="http://schemas.openxmlformats.org/drawingml/2006/main" noGrp="1"/>
          </p:cNvSpPr>
          <p:nvPr>
            <p:ph type="subTitle" idx="1"/>
          </p:nvPr>
        </p:nvSpPr>
        <p:spPr>
          <a:xfrm xmlns:a="http://schemas.openxmlformats.org/drawingml/2006/main">
            <a:off x="514731" y="1062990"/>
            <a:ext cx="688794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升级价值集中在安全系统、智能群控、乘运舒适度和能量回馈</a:t>
            </a:r>
          </a:p>
        </p:txBody>
      </p:sp>
      <p:sp>
        <p:nvSpPr>
          <p:cNvPr id="10" name="image-right-body-slot Placeholder Carrier">
            <a:extLst xmlns:a="http://schemas.openxmlformats.org/drawingml/2006/main">
              <a:ext uri="{FF2B5EF4-FFF2-40B4-BE49-F238E27FC236}">
                <a16:creationId xmlns:a16="http://schemas.microsoft.com/office/drawing/2014/main" id="{67B66D7A-0389-41A5-8EDA-381550A84C2F}"/>
              </a:ext>
            </a:extLst>
          </p:cNvPr>
          <p:cNvSpPr>
            <a:spLocks xmlns:a="http://schemas.openxmlformats.org/drawingml/2006/main" noGrp="1"/>
          </p:cNvSpPr>
          <p:nvPr>
            <p:ph type="body" idx="2"/>
          </p:nvPr>
        </p:nvSpPr>
        <p:spPr>
          <a:xfrm xmlns:a="http://schemas.openxmlformats.org/drawingml/2006/main">
            <a:off x="515748" y="1732307"/>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1" name="image-right-media-slot Placeholder Carrier">
            <a:extLst xmlns:a="http://schemas.openxmlformats.org/drawingml/2006/main">
              <a:ext uri="{FF2B5EF4-FFF2-40B4-BE49-F238E27FC236}">
                <a16:creationId xmlns:a16="http://schemas.microsoft.com/office/drawing/2014/main" id="{92EFC67B-9444-4543-99A1-A79F4831CC56}"/>
              </a:ext>
            </a:extLst>
          </p:cNvPr>
          <p:cNvSpPr>
            <a:spLocks xmlns:a="http://schemas.openxmlformats.org/drawingml/2006/main" noGrp="1"/>
          </p:cNvSpPr>
          <p:nvPr>
            <p:ph type="body" idx="3"/>
          </p:nvPr>
        </p:nvSpPr>
        <p:spPr>
          <a:xfrm xmlns:a="http://schemas.openxmlformats.org/drawingml/2006/main">
            <a:off x="9381440" y="3589682"/>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ctr">
              <a:buNone/>
            </a:pPr>
            <a:r>
              <a:rPr sz="1600">
                <a:solidFill>
                  <a:schemeClr val="accent1"/>
                </a:solidFill>
                <a:latin typeface="+mn-lt"/>
                <a:ea typeface="+mn-lt"/>
                <a:cs typeface="+mn-lt"/>
              </a:rPr>
              <a:t>​</a:t>
            </a:r>
          </a:p>
        </p:txBody>
      </p:sp>
      <p:sp>
        <p:nvSpPr>
          <p:cNvPr id="12" name="image-right-page-num-slot Placeholder Carrier">
            <a:extLst xmlns:a="http://schemas.openxmlformats.org/drawingml/2006/main">
              <a:ext uri="{FF2B5EF4-FFF2-40B4-BE49-F238E27FC236}">
                <a16:creationId xmlns:a16="http://schemas.microsoft.com/office/drawing/2014/main" id="{8CB13905-12B7-4271-B2CA-C5273EBB0407}"/>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00">
                <a:solidFill>
                  <a:srgbClr val="FFFFFF"/>
                </a:solidFill>
                <a:latin typeface="+mn-lt"/>
                <a:ea typeface="+mn-lt"/>
                <a:cs typeface="+mn-lt"/>
              </a:rPr>
              <a:t>09</a:t>
            </a:r>
          </a:p>
        </p:txBody>
      </p:sp>
      <p:sp>
        <p:nvSpPr>
          <p:cNvPr id="13" name="TextBox 13">
            <a:extLst xmlns:a="http://schemas.openxmlformats.org/drawingml/2006/main">
              <a:ext uri="{FF2B5EF4-FFF2-40B4-BE49-F238E27FC236}">
                <a16:creationId xmlns:a16="http://schemas.microsoft.com/office/drawing/2014/main" id="{78C494ED-6171-49E3-B18A-AFF836ED3C39}"/>
              </a:ext>
            </a:extLst>
          </p:cNvPr>
          <p:cNvSpPr>
            <a:spLocks xmlns:a="http://schemas.openxmlformats.org/drawingml/2006/main" noGrp="1"/>
          </p:cNvSpPr>
          <p:nvPr/>
        </p:nvSpPr>
        <p:spPr>
          <a:xfrm xmlns:a="http://schemas.openxmlformats.org/drawingml/2006/main" rot="0" flipH="0" flipV="0">
            <a:off x="714756" y="1853565"/>
            <a:ext cx="527152"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安全</a:t>
            </a:r>
          </a:p>
        </p:txBody>
      </p:sp>
      <p:sp>
        <p:nvSpPr>
          <p:cNvPr id="14" name="TextBox 14">
            <a:extLst xmlns:a="http://schemas.openxmlformats.org/drawingml/2006/main">
              <a:ext uri="{FF2B5EF4-FFF2-40B4-BE49-F238E27FC236}">
                <a16:creationId xmlns:a16="http://schemas.microsoft.com/office/drawing/2014/main" id="{167E492B-47BC-42EF-9588-52B2BA63B3E8}"/>
              </a:ext>
            </a:extLst>
          </p:cNvPr>
          <p:cNvSpPr>
            <a:spLocks xmlns:a="http://schemas.openxmlformats.org/drawingml/2006/main" noGrp="1"/>
          </p:cNvSpPr>
          <p:nvPr/>
        </p:nvSpPr>
        <p:spPr>
          <a:xfrm xmlns:a="http://schemas.openxmlformats.org/drawingml/2006/main" rot="0" flipH="0" flipV="0">
            <a:off x="1592580" y="1885950"/>
            <a:ext cx="457047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Arial"/>
                <a:ea typeface="Arial"/>
                <a:cs typeface="Arial"/>
              </a:rPr>
              <a:t>30 余项安全功能、SIL3、智能诊断与高密度光幕</a:t>
            </a:r>
          </a:p>
        </p:txBody>
      </p:sp>
      <p:sp>
        <p:nvSpPr>
          <p:cNvPr id="15" name="Line 15">
            <a:extLst xmlns:a="http://schemas.openxmlformats.org/drawingml/2006/main">
              <a:ext uri="{FF2B5EF4-FFF2-40B4-BE49-F238E27FC236}">
                <a16:creationId xmlns:a16="http://schemas.microsoft.com/office/drawing/2014/main" id="{F97DA637-EA11-4C74-8500-DF67B58BAD47}"/>
              </a:ext>
            </a:extLst>
          </p:cNvPr>
          <p:cNvSpPr>
            <a:spLocks xmlns:a="http://schemas.openxmlformats.org/drawingml/2006/main" noGrp="1"/>
          </p:cNvSpPr>
          <p:nvPr/>
        </p:nvSpPr>
        <p:spPr>
          <a:xfrm xmlns:a="http://schemas.openxmlformats.org/drawingml/2006/main" rot="0" flipH="0" flipV="0">
            <a:off x="723900" y="2238375"/>
            <a:ext cx="5848350" cy="9525"/>
          </a:xfrm>
          <a:custGeom xmlns:a="http://schemas.openxmlformats.org/drawingml/2006/main">
            <a:rect l="l" t="t" r="r" b="b"/>
            <a:pathLst>
              <a:path w="5848350" h="9525">
                <a:moveTo>
                  <a:pt x="0" y="0"/>
                </a:moveTo>
                <a:lnTo>
                  <a:pt x="5848350" y="0"/>
                </a:lnTo>
              </a:path>
            </a:pathLst>
          </a:custGeom>
          <a:noFill xmlns:a="http://schemas.openxmlformats.org/drawingml/2006/main"/>
          <a:ln xmlns:a="http://schemas.openxmlformats.org/drawingml/2006/main" w="19050">
            <a:solidFill>
              <a:srgbClr val="DCEBFA"/>
            </a:solidFill>
          </a:ln>
        </p:spPr>
      </p:sp>
      <p:sp>
        <p:nvSpPr>
          <p:cNvPr id="17" name="TextBox 17">
            <a:extLst xmlns:a="http://schemas.openxmlformats.org/drawingml/2006/main">
              <a:ext uri="{FF2B5EF4-FFF2-40B4-BE49-F238E27FC236}">
                <a16:creationId xmlns:a16="http://schemas.microsoft.com/office/drawing/2014/main" id="{37CB527B-E933-4364-8EE6-CD926EB90B65}"/>
              </a:ext>
            </a:extLst>
          </p:cNvPr>
          <p:cNvSpPr>
            <a:spLocks xmlns:a="http://schemas.openxmlformats.org/drawingml/2006/main" noGrp="1"/>
          </p:cNvSpPr>
          <p:nvPr/>
        </p:nvSpPr>
        <p:spPr>
          <a:xfrm xmlns:a="http://schemas.openxmlformats.org/drawingml/2006/main" rot="0" flipH="0" flipV="0">
            <a:off x="714756" y="2615565"/>
            <a:ext cx="527152"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智能</a:t>
            </a:r>
          </a:p>
        </p:txBody>
      </p:sp>
      <p:sp>
        <p:nvSpPr>
          <p:cNvPr id="18" name="TextBox 18">
            <a:extLst xmlns:a="http://schemas.openxmlformats.org/drawingml/2006/main">
              <a:ext uri="{FF2B5EF4-FFF2-40B4-BE49-F238E27FC236}">
                <a16:creationId xmlns:a16="http://schemas.microsoft.com/office/drawing/2014/main" id="{A70E2146-1B66-41AF-8F4A-A5A03CE5ABA0}"/>
              </a:ext>
            </a:extLst>
          </p:cNvPr>
          <p:cNvSpPr>
            <a:spLocks xmlns:a="http://schemas.openxmlformats.org/drawingml/2006/main" noGrp="1"/>
          </p:cNvSpPr>
          <p:nvPr/>
        </p:nvSpPr>
        <p:spPr>
          <a:xfrm xmlns:a="http://schemas.openxmlformats.org/drawingml/2006/main" rot="0" flipH="0" flipV="0">
            <a:off x="1592580" y="2647950"/>
            <a:ext cx="385191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Arial"/>
                <a:ea typeface="Arial"/>
                <a:cs typeface="Arial"/>
              </a:rPr>
              <a:t>远程监视、群控、智能呼梯与去向分配系统</a:t>
            </a:r>
          </a:p>
        </p:txBody>
      </p:sp>
      <p:sp>
        <p:nvSpPr>
          <p:cNvPr id="19" name="Line 19">
            <a:extLst xmlns:a="http://schemas.openxmlformats.org/drawingml/2006/main">
              <a:ext uri="{FF2B5EF4-FFF2-40B4-BE49-F238E27FC236}">
                <a16:creationId xmlns:a16="http://schemas.microsoft.com/office/drawing/2014/main" id="{C77AC930-94E7-4523-9929-4CA638BC5784}"/>
              </a:ext>
            </a:extLst>
          </p:cNvPr>
          <p:cNvSpPr>
            <a:spLocks xmlns:a="http://schemas.openxmlformats.org/drawingml/2006/main" noGrp="1"/>
          </p:cNvSpPr>
          <p:nvPr/>
        </p:nvSpPr>
        <p:spPr>
          <a:xfrm xmlns:a="http://schemas.openxmlformats.org/drawingml/2006/main" rot="0" flipH="0" flipV="0">
            <a:off x="723900" y="3000375"/>
            <a:ext cx="5848350" cy="9525"/>
          </a:xfrm>
          <a:custGeom xmlns:a="http://schemas.openxmlformats.org/drawingml/2006/main">
            <a:rect l="l" t="t" r="r" b="b"/>
            <a:pathLst>
              <a:path w="5848350" h="9525">
                <a:moveTo>
                  <a:pt x="0" y="0"/>
                </a:moveTo>
                <a:lnTo>
                  <a:pt x="5848350" y="0"/>
                </a:lnTo>
              </a:path>
            </a:pathLst>
          </a:custGeom>
          <a:noFill xmlns:a="http://schemas.openxmlformats.org/drawingml/2006/main"/>
          <a:ln xmlns:a="http://schemas.openxmlformats.org/drawingml/2006/main" w="19050">
            <a:solidFill>
              <a:srgbClr val="DCEBFA"/>
            </a:solidFill>
          </a:ln>
        </p:spPr>
      </p:sp>
      <p:sp>
        <p:nvSpPr>
          <p:cNvPr id="21" name="TextBox 21">
            <a:extLst xmlns:a="http://schemas.openxmlformats.org/drawingml/2006/main">
              <a:ext uri="{FF2B5EF4-FFF2-40B4-BE49-F238E27FC236}">
                <a16:creationId xmlns:a16="http://schemas.microsoft.com/office/drawing/2014/main" id="{4D0E4246-7B8A-4560-91D3-975AAD5F0FB2}"/>
              </a:ext>
            </a:extLst>
          </p:cNvPr>
          <p:cNvSpPr>
            <a:spLocks xmlns:a="http://schemas.openxmlformats.org/drawingml/2006/main" noGrp="1"/>
          </p:cNvSpPr>
          <p:nvPr/>
        </p:nvSpPr>
        <p:spPr>
          <a:xfrm xmlns:a="http://schemas.openxmlformats.org/drawingml/2006/main" rot="0" flipH="0" flipV="0">
            <a:off x="714756" y="3377565"/>
            <a:ext cx="527152"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舒适</a:t>
            </a:r>
          </a:p>
        </p:txBody>
      </p:sp>
      <p:sp>
        <p:nvSpPr>
          <p:cNvPr id="22" name="TextBox 22">
            <a:extLst xmlns:a="http://schemas.openxmlformats.org/drawingml/2006/main">
              <a:ext uri="{FF2B5EF4-FFF2-40B4-BE49-F238E27FC236}">
                <a16:creationId xmlns:a16="http://schemas.microsoft.com/office/drawing/2014/main" id="{8F93A325-D829-4BE9-B1D5-6224DB78A831}"/>
              </a:ext>
            </a:extLst>
          </p:cNvPr>
          <p:cNvSpPr>
            <a:spLocks xmlns:a="http://schemas.openxmlformats.org/drawingml/2006/main" noGrp="1"/>
          </p:cNvSpPr>
          <p:nvPr/>
        </p:nvSpPr>
        <p:spPr>
          <a:xfrm xmlns:a="http://schemas.openxmlformats.org/drawingml/2006/main" rot="0" flipH="0" flipV="0">
            <a:off x="1592580" y="3409950"/>
            <a:ext cx="385191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Arial"/>
                <a:ea typeface="Arial"/>
                <a:cs typeface="Arial"/>
              </a:rPr>
              <a:t>滚轮导靴、抱闸消音、门刀阻尼与照明升级</a:t>
            </a:r>
          </a:p>
        </p:txBody>
      </p:sp>
      <p:sp>
        <p:nvSpPr>
          <p:cNvPr id="23" name="Line 23">
            <a:extLst xmlns:a="http://schemas.openxmlformats.org/drawingml/2006/main">
              <a:ext uri="{FF2B5EF4-FFF2-40B4-BE49-F238E27FC236}">
                <a16:creationId xmlns:a16="http://schemas.microsoft.com/office/drawing/2014/main" id="{7DA8E303-7B30-465F-B65C-28914858CFA6}"/>
              </a:ext>
            </a:extLst>
          </p:cNvPr>
          <p:cNvSpPr>
            <a:spLocks xmlns:a="http://schemas.openxmlformats.org/drawingml/2006/main" noGrp="1"/>
          </p:cNvSpPr>
          <p:nvPr/>
        </p:nvSpPr>
        <p:spPr>
          <a:xfrm xmlns:a="http://schemas.openxmlformats.org/drawingml/2006/main" rot="0" flipH="0" flipV="0">
            <a:off x="723900" y="3762375"/>
            <a:ext cx="5848350" cy="9525"/>
          </a:xfrm>
          <a:custGeom xmlns:a="http://schemas.openxmlformats.org/drawingml/2006/main">
            <a:rect l="l" t="t" r="r" b="b"/>
            <a:pathLst>
              <a:path w="5848350" h="9525">
                <a:moveTo>
                  <a:pt x="0" y="0"/>
                </a:moveTo>
                <a:lnTo>
                  <a:pt x="5848350" y="0"/>
                </a:lnTo>
              </a:path>
            </a:pathLst>
          </a:custGeom>
          <a:noFill xmlns:a="http://schemas.openxmlformats.org/drawingml/2006/main"/>
          <a:ln xmlns:a="http://schemas.openxmlformats.org/drawingml/2006/main" w="19050">
            <a:solidFill>
              <a:srgbClr val="DCEBFA"/>
            </a:solidFill>
          </a:ln>
        </p:spPr>
      </p:sp>
      <p:sp>
        <p:nvSpPr>
          <p:cNvPr id="25" name="TextBox 25">
            <a:extLst xmlns:a="http://schemas.openxmlformats.org/drawingml/2006/main">
              <a:ext uri="{FF2B5EF4-FFF2-40B4-BE49-F238E27FC236}">
                <a16:creationId xmlns:a16="http://schemas.microsoft.com/office/drawing/2014/main" id="{5EFF9C55-4456-46AB-99D1-7085EDC6927C}"/>
              </a:ext>
            </a:extLst>
          </p:cNvPr>
          <p:cNvSpPr>
            <a:spLocks xmlns:a="http://schemas.openxmlformats.org/drawingml/2006/main" noGrp="1"/>
          </p:cNvSpPr>
          <p:nvPr/>
        </p:nvSpPr>
        <p:spPr>
          <a:xfrm xmlns:a="http://schemas.openxmlformats.org/drawingml/2006/main" rot="0" flipH="0" flipV="0">
            <a:off x="714756" y="4139565"/>
            <a:ext cx="527152"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节能</a:t>
            </a:r>
          </a:p>
        </p:txBody>
      </p:sp>
      <p:sp>
        <p:nvSpPr>
          <p:cNvPr id="26" name="TextBox 26">
            <a:extLst xmlns:a="http://schemas.openxmlformats.org/drawingml/2006/main">
              <a:ext uri="{FF2B5EF4-FFF2-40B4-BE49-F238E27FC236}">
                <a16:creationId xmlns:a16="http://schemas.microsoft.com/office/drawing/2014/main" id="{D92DED24-72D2-4EAC-AFEA-2CB55B1C1BCE}"/>
              </a:ext>
            </a:extLst>
          </p:cNvPr>
          <p:cNvSpPr>
            <a:spLocks xmlns:a="http://schemas.openxmlformats.org/drawingml/2006/main" noGrp="1"/>
          </p:cNvSpPr>
          <p:nvPr/>
        </p:nvSpPr>
        <p:spPr>
          <a:xfrm xmlns:a="http://schemas.openxmlformats.org/drawingml/2006/main" rot="0" flipH="0" flipV="0">
            <a:off x="1592580" y="4171950"/>
            <a:ext cx="4750499"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Arial"/>
                <a:ea typeface="Arial"/>
                <a:cs typeface="Arial"/>
              </a:rPr>
              <a:t>能量回馈约节省 30% 电能，并支持多项节能运行功能</a:t>
            </a:r>
          </a:p>
        </p:txBody>
      </p:sp>
      <p:sp>
        <p:nvSpPr>
          <p:cNvPr id="27" name="Line 27">
            <a:extLst xmlns:a="http://schemas.openxmlformats.org/drawingml/2006/main">
              <a:ext uri="{FF2B5EF4-FFF2-40B4-BE49-F238E27FC236}">
                <a16:creationId xmlns:a16="http://schemas.microsoft.com/office/drawing/2014/main" id="{B556CB80-20C5-4A1F-988F-44825AFACC09}"/>
              </a:ext>
            </a:extLst>
          </p:cNvPr>
          <p:cNvSpPr>
            <a:spLocks xmlns:a="http://schemas.openxmlformats.org/drawingml/2006/main" noGrp="1"/>
          </p:cNvSpPr>
          <p:nvPr/>
        </p:nvSpPr>
        <p:spPr>
          <a:xfrm xmlns:a="http://schemas.openxmlformats.org/drawingml/2006/main" rot="0" flipH="0" flipV="0">
            <a:off x="723900" y="4524375"/>
            <a:ext cx="5848350" cy="9525"/>
          </a:xfrm>
          <a:custGeom xmlns:a="http://schemas.openxmlformats.org/drawingml/2006/main">
            <a:rect l="l" t="t" r="r" b="b"/>
            <a:pathLst>
              <a:path w="5848350" h="9525">
                <a:moveTo>
                  <a:pt x="0" y="0"/>
                </a:moveTo>
                <a:lnTo>
                  <a:pt x="5848350" y="0"/>
                </a:lnTo>
              </a:path>
            </a:pathLst>
          </a:custGeom>
          <a:noFill xmlns:a="http://schemas.openxmlformats.org/drawingml/2006/main"/>
          <a:ln xmlns:a="http://schemas.openxmlformats.org/drawingml/2006/main" w="19050">
            <a:solidFill>
              <a:srgbClr val="DCEBFA"/>
            </a:solidFill>
          </a:ln>
        </p:spPr>
      </p:sp>
      <p:sp>
        <p:nvSpPr>
          <p:cNvPr id="29" name="Rectangle 29">
            <a:extLst xmlns:a="http://schemas.openxmlformats.org/drawingml/2006/main">
              <a:ext uri="{FF2B5EF4-FFF2-40B4-BE49-F238E27FC236}">
                <a16:creationId xmlns:a16="http://schemas.microsoft.com/office/drawing/2014/main" id="{96ABA233-9F23-45E6-A1C6-050B50B174DA}"/>
              </a:ext>
            </a:extLst>
          </p:cNvPr>
          <p:cNvSpPr>
            <a:spLocks xmlns:a="http://schemas.openxmlformats.org/drawingml/2006/main" noGrp="1"/>
          </p:cNvSpPr>
          <p:nvPr/>
        </p:nvSpPr>
        <p:spPr>
          <a:xfrm xmlns:a="http://schemas.openxmlformats.org/drawingml/2006/main" rot="0" flipH="0" flipV="0">
            <a:off x="723900" y="4905375"/>
            <a:ext cx="5848350" cy="685800"/>
          </a:xfrm>
          <a:prstGeom xmlns:a="http://schemas.openxmlformats.org/drawingml/2006/main" prst="rect">
            <a:avLst/>
          </a:prstGeom>
          <a:solidFill xmlns:a="http://schemas.openxmlformats.org/drawingml/2006/main">
            <a:schemeClr val="accent5"/>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F2D28168-BF5A-44F6-B237-9FE24130F1D5}"/>
              </a:ext>
            </a:extLst>
          </p:cNvPr>
          <p:cNvSpPr>
            <a:spLocks xmlns:a="http://schemas.openxmlformats.org/drawingml/2006/main" noGrp="1"/>
          </p:cNvSpPr>
          <p:nvPr/>
        </p:nvSpPr>
        <p:spPr>
          <a:xfrm xmlns:a="http://schemas.openxmlformats.org/drawingml/2006/main" rot="0" flipH="0" flipV="0">
            <a:off x="926592" y="5035868"/>
            <a:ext cx="183842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accent1"/>
                </a:solidFill>
                <a:latin typeface="Arial"/>
                <a:ea typeface="Arial"/>
                <a:cs typeface="Arial"/>
              </a:rPr>
              <a:t>LEHY-III-S 基础优势</a:t>
            </a:r>
          </a:p>
        </p:txBody>
      </p:sp>
      <p:sp>
        <p:nvSpPr>
          <p:cNvPr id="31" name="TextBox 31">
            <a:extLst xmlns:a="http://schemas.openxmlformats.org/drawingml/2006/main">
              <a:ext uri="{FF2B5EF4-FFF2-40B4-BE49-F238E27FC236}">
                <a16:creationId xmlns:a16="http://schemas.microsoft.com/office/drawing/2014/main" id="{13619631-3D78-474A-BB5B-F1338579C96E}"/>
              </a:ext>
            </a:extLst>
          </p:cNvPr>
          <p:cNvSpPr>
            <a:spLocks xmlns:a="http://schemas.openxmlformats.org/drawingml/2006/main" noGrp="1"/>
          </p:cNvSpPr>
          <p:nvPr/>
        </p:nvSpPr>
        <p:spPr>
          <a:xfrm xmlns:a="http://schemas.openxmlformats.org/drawingml/2006/main" rot="0" flipH="0" flipV="0">
            <a:off x="926592" y="5321618"/>
            <a:ext cx="486232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Arial"/>
                <a:ea typeface="Arial"/>
                <a:cs typeface="Arial"/>
              </a:rPr>
              <a:t>20 多项安全功能、PM 曳引机、智能门机与 LED 节能技术</a:t>
            </a:r>
          </a:p>
        </p:txBody>
      </p:sp>
      <p:pic>
        <p:nvPicPr>
          <p:cNvPr id="59" name="Image 33"/>
          <p:cNvPicPr>
            <a:picLocks xmlns:a="http://schemas.openxmlformats.org/drawingml/2006/main" noChangeAspect="1"/>
          </p:cNvPicPr>
          <p:nvPr/>
        </p:nvPicPr>
        <p:blipFill>
          <a:blip xmlns:r="http://schemas.openxmlformats.org/officeDocument/2006/relationships" xmlns:a="http://schemas.openxmlformats.org/drawingml/2006/main" r:embed="R00d91032e6324f40"/>
          <a:stretch xmlns:a="http://schemas.openxmlformats.org/drawingml/2006/main">
            <a:fillRect l="0" t="0" r="0" b="0"/>
          </a:stretch>
        </p:blipFill>
        <p:spPr>
          <a:xfrm xmlns:a="http://schemas.openxmlformats.org/drawingml/2006/main" rot="0" flipH="0" flipV="0">
            <a:off x="8270613" y="1924050"/>
            <a:ext cx="2365899" cy="1485900"/>
          </a:xfrm>
          <a:prstGeom xmlns:a="http://schemas.openxmlformats.org/drawingml/2006/main" prst="rect">
            <a:avLst/>
          </a:prstGeom>
        </p:spPr>
      </p:pic>
      <p:sp>
        <p:nvSpPr>
          <p:cNvPr id="34" name="TextBox 34">
            <a:extLst xmlns:a="http://schemas.openxmlformats.org/drawingml/2006/main">
              <a:ext uri="{FF2B5EF4-FFF2-40B4-BE49-F238E27FC236}">
                <a16:creationId xmlns:a16="http://schemas.microsoft.com/office/drawing/2014/main" id="{70CD21A5-17CB-42F0-9D5B-044F31E14A5F}"/>
              </a:ext>
            </a:extLst>
          </p:cNvPr>
          <p:cNvSpPr>
            <a:spLocks xmlns:a="http://schemas.openxmlformats.org/drawingml/2006/main" noGrp="1"/>
          </p:cNvSpPr>
          <p:nvPr/>
        </p:nvSpPr>
        <p:spPr>
          <a:xfrm xmlns:a="http://schemas.openxmlformats.org/drawingml/2006/main" rot="0" flipH="0" flipV="0">
            <a:off x="8215217" y="3473768"/>
            <a:ext cx="246716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a:solidFill>
                  <a:schemeClr val="accent1"/>
                </a:solidFill>
                <a:latin typeface="Arial"/>
                <a:ea typeface="Arial"/>
                <a:cs typeface="Arial"/>
              </a:rPr>
              <a:t>28.6 寸触摸屏操纵箱相关资料</a:t>
            </a:r>
          </a:p>
        </p:txBody>
      </p:sp>
      <p:pic>
        <p:nvPicPr>
          <p:cNvPr id="61" name="Image 35"/>
          <p:cNvPicPr>
            <a:picLocks xmlns:a="http://schemas.openxmlformats.org/drawingml/2006/main" noChangeAspect="1"/>
          </p:cNvPicPr>
          <p:nvPr/>
        </p:nvPicPr>
        <p:blipFill>
          <a:blip xmlns:r="http://schemas.openxmlformats.org/officeDocument/2006/relationships" xmlns:a="http://schemas.openxmlformats.org/drawingml/2006/main" r:embed="R1dfd512cbbaa4982"/>
          <a:stretch xmlns:a="http://schemas.openxmlformats.org/drawingml/2006/main">
            <a:fillRect l="0" t="0" r="0" b="0"/>
          </a:stretch>
        </p:blipFill>
        <p:spPr>
          <a:xfrm xmlns:a="http://schemas.openxmlformats.org/drawingml/2006/main" rot="0" flipH="0" flipV="0">
            <a:off x="8289524" y="3810000"/>
            <a:ext cx="2328077" cy="1257300"/>
          </a:xfrm>
          <a:prstGeom xmlns:a="http://schemas.openxmlformats.org/drawingml/2006/main" prst="rect">
            <a:avLst/>
          </a:prstGeom>
        </p:spPr>
      </p:pic>
      <p:sp>
        <p:nvSpPr>
          <p:cNvPr id="36" name="TextBox 36">
            <a:extLst xmlns:a="http://schemas.openxmlformats.org/drawingml/2006/main">
              <a:ext uri="{FF2B5EF4-FFF2-40B4-BE49-F238E27FC236}">
                <a16:creationId xmlns:a16="http://schemas.microsoft.com/office/drawing/2014/main" id="{3FB5559E-05BD-42C0-A1F4-1883D0B39223}"/>
              </a:ext>
            </a:extLst>
          </p:cNvPr>
          <p:cNvSpPr>
            <a:spLocks xmlns:a="http://schemas.openxmlformats.org/drawingml/2006/main" noGrp="1"/>
          </p:cNvSpPr>
          <p:nvPr/>
        </p:nvSpPr>
        <p:spPr>
          <a:xfrm xmlns:a="http://schemas.openxmlformats.org/drawingml/2006/main" rot="0" flipH="0" flipV="0">
            <a:off x="8624126" y="5169218"/>
            <a:ext cx="164934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a:solidFill>
                  <a:schemeClr val="accent1"/>
                </a:solidFill>
                <a:latin typeface="Arial"/>
                <a:ea typeface="Arial"/>
                <a:cs typeface="Arial"/>
              </a:rPr>
              <a:t>节能与认证相关资料</a:t>
            </a:r>
          </a:p>
        </p:txBody>
      </p:sp>
    </p:spTree>
    <p:extLst>
      <p:ext uri="{BB962C8B-B14F-4D97-AF65-F5344CB8AC3E}">
        <p14:creationId xmlns:p14="http://schemas.microsoft.com/office/powerpoint/2010/main" val="28742877"/>
      </p:ext>
    </p:extLst>
  </p:cSld>
</p:sld>
</file>

<file path=ppt/slides/slide10.xml><?xml version="1.0" encoding="utf-8"?>
<p:sld xmlns:p="http://schemas.openxmlformats.org/presentationml/2006/main" showMasterSp="1">
  <p:cSld>
    <p:spTree>
      <p:nvGrpSpPr>
        <p:cNvPr id="1" name=""/>
        <p:cNvGrpSpPr/>
        <p:nvPr/>
      </p:nvGrpSpPr>
      <p:grpSpPr>
        <a:xfrm xmlns:a="http://schemas.openxmlformats.org/drawingml/2006/main"/>
      </p:grpSpPr>
      <p:sp>
        <p:nvSpPr>
          <p:cNvPr id="7" name="standard-title-slot Placeholder Carrier">
            <a:extLst xmlns:a="http://schemas.openxmlformats.org/drawingml/2006/main">
              <a:ext uri="{FF2B5EF4-FFF2-40B4-BE49-F238E27FC236}">
                <a16:creationId xmlns:a16="http://schemas.microsoft.com/office/drawing/2014/main" id="{AABF8B0F-A45A-4474-A4A9-B99D5FEB97A8}"/>
              </a:ext>
            </a:extLst>
          </p:cNvPr>
          <p:cNvSpPr>
            <a:spLocks xmlns:a="http://schemas.openxmlformats.org/drawingml/2006/main" noGrp="1"/>
          </p:cNvSpPr>
          <p:nvPr>
            <p:ph type="title" idx="0"/>
          </p:nvPr>
        </p:nvSpPr>
        <p:spPr>
          <a:xfrm xmlns:a="http://schemas.openxmlformats.org/drawingml/2006/main">
            <a:off x="511683" y="350520"/>
            <a:ext cx="3416808" cy="469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FFFFFF"/>
                </a:solidFill>
                <a:latin typeface="+mj-lt"/>
                <a:ea typeface="+mj-lt"/>
                <a:cs typeface="+mj-lt"/>
              </a:rPr>
              <a:t>签约前先完成三项澄清</a:t>
            </a:r>
          </a:p>
        </p:txBody>
      </p:sp>
      <p:sp>
        <p:nvSpPr>
          <p:cNvPr id="8" name="standard-key-slot Placeholder Carrier">
            <a:extLst xmlns:a="http://schemas.openxmlformats.org/drawingml/2006/main">
              <a:ext uri="{FF2B5EF4-FFF2-40B4-BE49-F238E27FC236}">
                <a16:creationId xmlns:a16="http://schemas.microsoft.com/office/drawing/2014/main" id="{DD0E1E59-22AF-4A4A-9807-52B9197166B3}"/>
              </a:ext>
            </a:extLst>
          </p:cNvPr>
          <p:cNvSpPr>
            <a:spLocks xmlns:a="http://schemas.openxmlformats.org/drawingml/2006/main" noGrp="1"/>
          </p:cNvSpPr>
          <p:nvPr>
            <p:ph type="subTitle" idx="1"/>
          </p:nvPr>
        </p:nvSpPr>
        <p:spPr>
          <a:xfrm xmlns:a="http://schemas.openxmlformats.org/drawingml/2006/main">
            <a:off x="514731" y="1062990"/>
            <a:ext cx="5870219"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800" b="1">
                <a:solidFill>
                  <a:schemeClr val="accent2"/>
                </a:solidFill>
                <a:latin typeface="+mn-lt"/>
                <a:ea typeface="+mn-lt"/>
                <a:cs typeface="+mn-lt"/>
              </a:rPr>
              <a:t>先锁定技术口径、整改范围和合同边界，再进入签约</a:t>
            </a:r>
          </a:p>
        </p:txBody>
      </p:sp>
      <p:sp>
        <p:nvSpPr>
          <p:cNvPr id="9" name="standard-body-slot Placeholder Carrier">
            <a:extLst xmlns:a="http://schemas.openxmlformats.org/drawingml/2006/main">
              <a:ext uri="{FF2B5EF4-FFF2-40B4-BE49-F238E27FC236}">
                <a16:creationId xmlns:a16="http://schemas.microsoft.com/office/drawing/2014/main" id="{D9C269AB-9024-4ED7-91B8-63802B114DBA}"/>
              </a:ext>
            </a:extLst>
          </p:cNvPr>
          <p:cNvSpPr>
            <a:spLocks xmlns:a="http://schemas.openxmlformats.org/drawingml/2006/main" noGrp="1"/>
          </p:cNvSpPr>
          <p:nvPr>
            <p:ph type="body" idx="2"/>
          </p:nvPr>
        </p:nvSpPr>
        <p:spPr>
          <a:xfrm xmlns:a="http://schemas.openxmlformats.org/drawingml/2006/main">
            <a:off x="515748" y="1618007"/>
            <a:ext cx="134719" cy="312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marL="0" indent="0" algn="l">
              <a:buNone/>
            </a:pPr>
            <a:r>
              <a:rPr sz="1600">
                <a:solidFill>
                  <a:schemeClr val="dk1"/>
                </a:solidFill>
                <a:latin typeface="+mn-lt"/>
                <a:ea typeface="+mn-lt"/>
                <a:cs typeface="+mn-lt"/>
              </a:rPr>
              <a:t>​</a:t>
            </a:r>
          </a:p>
        </p:txBody>
      </p:sp>
      <p:sp>
        <p:nvSpPr>
          <p:cNvPr id="10" name="standard-page-num-slot Placeholder Carrier">
            <a:extLst xmlns:a="http://schemas.openxmlformats.org/drawingml/2006/main">
              <a:ext uri="{FF2B5EF4-FFF2-40B4-BE49-F238E27FC236}">
                <a16:creationId xmlns:a16="http://schemas.microsoft.com/office/drawing/2014/main" id="{EA4B54C7-C8AD-4B4E-B5AE-4420ED4E4897}"/>
              </a:ext>
            </a:extLst>
          </p:cNvPr>
          <p:cNvSpPr>
            <a:spLocks xmlns:a="http://schemas.openxmlformats.org/drawingml/2006/main" noGrp="1"/>
          </p:cNvSpPr>
          <p:nvPr>
            <p:ph type="sldNum" idx="9"/>
          </p:nvPr>
        </p:nvSpPr>
        <p:spPr>
          <a:xfrm xmlns:a="http://schemas.openxmlformats.org/drawingml/2006/main">
            <a:off x="11756262" y="448918"/>
            <a:ext cx="221541" cy="2738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fld id="{D12E7505-05CE-4780-B8ED-0349E640A814}" type="slidenum">
              <a:rPr sz="1400">
                <a:solidFill>
                  <a:srgbClr val="FFFFFF"/>
                </a:solidFill>
                <a:latin typeface="+mn-lt"/>
                <a:ea typeface="+mn-lt"/>
                <a:cs typeface="+mn-lt"/>
              </a:rPr>
              <a:t>10</a:t>
            </a:fld>
          </a:p>
        </p:txBody>
      </p:sp>
      <p:sp>
        <p:nvSpPr>
          <p:cNvPr id="11" name="TextBox 11">
            <a:extLst xmlns:a="http://schemas.openxmlformats.org/drawingml/2006/main">
              <a:ext uri="{FF2B5EF4-FFF2-40B4-BE49-F238E27FC236}">
                <a16:creationId xmlns:a16="http://schemas.microsoft.com/office/drawing/2014/main" id="{07B29BA1-B2F0-41BD-BC75-C4F285AA3807}"/>
              </a:ext>
            </a:extLst>
          </p:cNvPr>
          <p:cNvSpPr>
            <a:spLocks xmlns:a="http://schemas.openxmlformats.org/drawingml/2006/main" noGrp="1"/>
          </p:cNvSpPr>
          <p:nvPr/>
        </p:nvSpPr>
        <p:spPr>
          <a:xfrm xmlns:a="http://schemas.openxmlformats.org/drawingml/2006/main" rot="0" flipH="0" flipV="0">
            <a:off x="714756" y="1805940"/>
            <a:ext cx="129044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待确认事项</a:t>
            </a:r>
          </a:p>
        </p:txBody>
      </p:sp>
      <p:sp>
        <p:nvSpPr>
          <p:cNvPr id="12" name="Freeform 12">
            <a:extLst xmlns:a="http://schemas.openxmlformats.org/drawingml/2006/main">
              <a:ext uri="{FF2B5EF4-FFF2-40B4-BE49-F238E27FC236}">
                <a16:creationId xmlns:a16="http://schemas.microsoft.com/office/drawing/2014/main" id="{FEA3CE57-72BB-46B8-87DE-8F085DF582AC}"/>
              </a:ext>
            </a:extLst>
          </p:cNvPr>
          <p:cNvSpPr>
            <a:spLocks xmlns:a="http://schemas.openxmlformats.org/drawingml/2006/main" noGrp="1"/>
          </p:cNvSpPr>
          <p:nvPr/>
        </p:nvSpPr>
        <p:spPr>
          <a:xfrm xmlns:a="http://schemas.openxmlformats.org/drawingml/2006/main" rot="0" flipH="0" flipV="0">
            <a:off x="895350" y="2438400"/>
            <a:ext cx="9525" cy="50800"/>
          </a:xfrm>
          <a:custGeom xmlns:a="http://schemas.openxmlformats.org/drawingml/2006/main">
            <a:rect l="l" t="t" r="r" b="b"/>
            <a:pathLst>
              <a:path w="9525" h="50800">
                <a:moveTo>
                  <a:pt x="0" y="0"/>
                </a:moveTo>
                <a:lnTo>
                  <a:pt x="0" y="50800"/>
                </a:lnTo>
              </a:path>
            </a:pathLst>
          </a:custGeom>
          <a:noFill xmlns:a="http://schemas.openxmlformats.org/drawingml/2006/main"/>
          <a:ln xmlns:a="http://schemas.openxmlformats.org/drawingml/2006/main" w="25400">
            <a:solidFill>
              <a:srgbClr val="E69400"/>
            </a:solidFill>
          </a:ln>
        </p:spPr>
      </p:sp>
      <p:sp>
        <p:nvSpPr>
          <p:cNvPr id="13" name="Freeform 13">
            <a:extLst xmlns:a="http://schemas.openxmlformats.org/drawingml/2006/main">
              <a:ext uri="{FF2B5EF4-FFF2-40B4-BE49-F238E27FC236}">
                <a16:creationId xmlns:a16="http://schemas.microsoft.com/office/drawing/2014/main" id="{BF7F54A8-8283-4F54-BFBB-CB9642ADDDEF}"/>
              </a:ext>
            </a:extLst>
          </p:cNvPr>
          <p:cNvSpPr>
            <a:spLocks xmlns:a="http://schemas.openxmlformats.org/drawingml/2006/main" noGrp="1"/>
          </p:cNvSpPr>
          <p:nvPr/>
        </p:nvSpPr>
        <p:spPr>
          <a:xfrm xmlns:a="http://schemas.openxmlformats.org/drawingml/2006/main" rot="0" flipH="0" flipV="0">
            <a:off x="767269" y="2357981"/>
            <a:ext cx="256151" cy="220068"/>
          </a:xfrm>
          <a:custGeom xmlns:a="http://schemas.openxmlformats.org/drawingml/2006/main">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xmlns:a="http://schemas.openxmlformats.org/drawingml/2006/main"/>
          <a:ln xmlns:a="http://schemas.openxmlformats.org/drawingml/2006/main" w="25400">
            <a:solidFill>
              <a:srgbClr val="E69400"/>
            </a:solidFill>
          </a:ln>
        </p:spPr>
      </p:sp>
      <p:sp>
        <p:nvSpPr>
          <p:cNvPr id="14" name="Freeform 14">
            <a:extLst xmlns:a="http://schemas.openxmlformats.org/drawingml/2006/main">
              <a:ext uri="{FF2B5EF4-FFF2-40B4-BE49-F238E27FC236}">
                <a16:creationId xmlns:a16="http://schemas.microsoft.com/office/drawing/2014/main" id="{A833592B-1358-4237-86EA-EB876F4B1849}"/>
              </a:ext>
            </a:extLst>
          </p:cNvPr>
          <p:cNvSpPr>
            <a:spLocks xmlns:a="http://schemas.openxmlformats.org/drawingml/2006/main" noGrp="1"/>
          </p:cNvSpPr>
          <p:nvPr/>
        </p:nvSpPr>
        <p:spPr>
          <a:xfrm xmlns:a="http://schemas.openxmlformats.org/drawingml/2006/main" rot="0" flipH="0" flipV="0">
            <a:off x="895350" y="2527299"/>
            <a:ext cx="9525" cy="9525"/>
          </a:xfrm>
          <a:custGeom xmlns:a="http://schemas.openxmlformats.org/drawingml/2006/main">
            <a:rect l="l" t="t" r="r" b="b"/>
            <a:pathLst>
              <a:path w="9525" h="9525">
                <a:moveTo>
                  <a:pt x="0" y="0"/>
                </a:moveTo>
                <a:lnTo>
                  <a:pt x="127" y="0"/>
                </a:lnTo>
              </a:path>
            </a:pathLst>
          </a:custGeom>
          <a:noFill xmlns:a="http://schemas.openxmlformats.org/drawingml/2006/main"/>
          <a:ln xmlns:a="http://schemas.openxmlformats.org/drawingml/2006/main" w="25400">
            <a:solidFill>
              <a:srgbClr val="E69400"/>
            </a:solidFill>
          </a:ln>
        </p:spPr>
      </p:sp>
      <p:sp>
        <p:nvSpPr>
          <p:cNvPr id="16" name="TextBox 16">
            <a:extLst xmlns:a="http://schemas.openxmlformats.org/drawingml/2006/main">
              <a:ext uri="{FF2B5EF4-FFF2-40B4-BE49-F238E27FC236}">
                <a16:creationId xmlns:a16="http://schemas.microsoft.com/office/drawing/2014/main" id="{4805E25F-14AE-42E5-8047-D518B25A4B57}"/>
              </a:ext>
            </a:extLst>
          </p:cNvPr>
          <p:cNvSpPr>
            <a:spLocks xmlns:a="http://schemas.openxmlformats.org/drawingml/2006/main" noGrp="1"/>
          </p:cNvSpPr>
          <p:nvPr/>
        </p:nvSpPr>
        <p:spPr>
          <a:xfrm xmlns:a="http://schemas.openxmlformats.org/drawingml/2006/main" rot="0" flipH="0" flipV="0">
            <a:off x="1211580" y="2371725"/>
            <a:ext cx="86334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Arial"/>
                <a:ea typeface="Arial"/>
                <a:cs typeface="Arial"/>
              </a:rPr>
              <a:t>载重表述</a:t>
            </a:r>
          </a:p>
        </p:txBody>
      </p:sp>
      <p:sp>
        <p:nvSpPr>
          <p:cNvPr id="17" name="TextBox 17">
            <a:extLst xmlns:a="http://schemas.openxmlformats.org/drawingml/2006/main">
              <a:ext uri="{FF2B5EF4-FFF2-40B4-BE49-F238E27FC236}">
                <a16:creationId xmlns:a16="http://schemas.microsoft.com/office/drawing/2014/main" id="{4E5A3858-8C49-4E52-8B14-71CD3196B741}"/>
              </a:ext>
            </a:extLst>
          </p:cNvPr>
          <p:cNvSpPr>
            <a:spLocks xmlns:a="http://schemas.openxmlformats.org/drawingml/2006/main" noGrp="1"/>
          </p:cNvSpPr>
          <p:nvPr/>
        </p:nvSpPr>
        <p:spPr>
          <a:xfrm xmlns:a="http://schemas.openxmlformats.org/drawingml/2006/main" rot="0" flipH="0" flipV="0">
            <a:off x="1212342" y="2692718"/>
            <a:ext cx="384459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第 6 页标题“2025KG”与正文“1600KG”不一致</a:t>
            </a:r>
          </a:p>
        </p:txBody>
      </p:sp>
      <p:sp>
        <p:nvSpPr>
          <p:cNvPr id="19" name="Freeform 19">
            <a:extLst xmlns:a="http://schemas.openxmlformats.org/drawingml/2006/main">
              <a:ext uri="{FF2B5EF4-FFF2-40B4-BE49-F238E27FC236}">
                <a16:creationId xmlns:a16="http://schemas.microsoft.com/office/drawing/2014/main" id="{377AA919-202A-45C4-BC2E-D96386BCAE84}"/>
              </a:ext>
            </a:extLst>
          </p:cNvPr>
          <p:cNvSpPr>
            <a:spLocks xmlns:a="http://schemas.openxmlformats.org/drawingml/2006/main" noGrp="1"/>
          </p:cNvSpPr>
          <p:nvPr/>
        </p:nvSpPr>
        <p:spPr>
          <a:xfrm xmlns:a="http://schemas.openxmlformats.org/drawingml/2006/main" rot="0" flipH="0" flipV="0">
            <a:off x="895350" y="3333750"/>
            <a:ext cx="9525" cy="50800"/>
          </a:xfrm>
          <a:custGeom xmlns:a="http://schemas.openxmlformats.org/drawingml/2006/main">
            <a:rect l="l" t="t" r="r" b="b"/>
            <a:pathLst>
              <a:path w="9525" h="50800">
                <a:moveTo>
                  <a:pt x="0" y="0"/>
                </a:moveTo>
                <a:lnTo>
                  <a:pt x="0" y="50800"/>
                </a:lnTo>
              </a:path>
            </a:pathLst>
          </a:custGeom>
          <a:noFill xmlns:a="http://schemas.openxmlformats.org/drawingml/2006/main"/>
          <a:ln xmlns:a="http://schemas.openxmlformats.org/drawingml/2006/main" w="25400">
            <a:solidFill>
              <a:srgbClr val="E69400"/>
            </a:solidFill>
          </a:ln>
        </p:spPr>
      </p:sp>
      <p:sp>
        <p:nvSpPr>
          <p:cNvPr id="20" name="Freeform 20">
            <a:extLst xmlns:a="http://schemas.openxmlformats.org/drawingml/2006/main">
              <a:ext uri="{FF2B5EF4-FFF2-40B4-BE49-F238E27FC236}">
                <a16:creationId xmlns:a16="http://schemas.microsoft.com/office/drawing/2014/main" id="{B6352C88-1B15-4315-B077-5BC9F8F4A6B3}"/>
              </a:ext>
            </a:extLst>
          </p:cNvPr>
          <p:cNvSpPr>
            <a:spLocks xmlns:a="http://schemas.openxmlformats.org/drawingml/2006/main" noGrp="1"/>
          </p:cNvSpPr>
          <p:nvPr/>
        </p:nvSpPr>
        <p:spPr>
          <a:xfrm xmlns:a="http://schemas.openxmlformats.org/drawingml/2006/main" rot="0" flipH="0" flipV="0">
            <a:off x="767269" y="3253331"/>
            <a:ext cx="256151" cy="220068"/>
          </a:xfrm>
          <a:custGeom xmlns:a="http://schemas.openxmlformats.org/drawingml/2006/main">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xmlns:a="http://schemas.openxmlformats.org/drawingml/2006/main"/>
          <a:ln xmlns:a="http://schemas.openxmlformats.org/drawingml/2006/main" w="25400">
            <a:solidFill>
              <a:srgbClr val="E69400"/>
            </a:solidFill>
          </a:ln>
        </p:spPr>
      </p:sp>
      <p:sp>
        <p:nvSpPr>
          <p:cNvPr id="21" name="Freeform 21">
            <a:extLst xmlns:a="http://schemas.openxmlformats.org/drawingml/2006/main">
              <a:ext uri="{FF2B5EF4-FFF2-40B4-BE49-F238E27FC236}">
                <a16:creationId xmlns:a16="http://schemas.microsoft.com/office/drawing/2014/main" id="{1824570A-3DF8-49EB-89F0-3A868B017D4A}"/>
              </a:ext>
            </a:extLst>
          </p:cNvPr>
          <p:cNvSpPr>
            <a:spLocks xmlns:a="http://schemas.openxmlformats.org/drawingml/2006/main" noGrp="1"/>
          </p:cNvSpPr>
          <p:nvPr/>
        </p:nvSpPr>
        <p:spPr>
          <a:xfrm xmlns:a="http://schemas.openxmlformats.org/drawingml/2006/main" rot="0" flipH="0" flipV="0">
            <a:off x="895350" y="3422649"/>
            <a:ext cx="9525" cy="9525"/>
          </a:xfrm>
          <a:custGeom xmlns:a="http://schemas.openxmlformats.org/drawingml/2006/main">
            <a:rect l="l" t="t" r="r" b="b"/>
            <a:pathLst>
              <a:path w="9525" h="9525">
                <a:moveTo>
                  <a:pt x="0" y="0"/>
                </a:moveTo>
                <a:lnTo>
                  <a:pt x="127" y="0"/>
                </a:lnTo>
              </a:path>
            </a:pathLst>
          </a:custGeom>
          <a:noFill xmlns:a="http://schemas.openxmlformats.org/drawingml/2006/main"/>
          <a:ln xmlns:a="http://schemas.openxmlformats.org/drawingml/2006/main" w="25400">
            <a:solidFill>
              <a:srgbClr val="E69400"/>
            </a:solidFill>
          </a:ln>
        </p:spPr>
      </p:sp>
      <p:sp>
        <p:nvSpPr>
          <p:cNvPr id="23" name="TextBox 23">
            <a:extLst xmlns:a="http://schemas.openxmlformats.org/drawingml/2006/main">
              <a:ext uri="{FF2B5EF4-FFF2-40B4-BE49-F238E27FC236}">
                <a16:creationId xmlns:a16="http://schemas.microsoft.com/office/drawing/2014/main" id="{578AE852-80E5-4F76-8EA8-6291C9781354}"/>
              </a:ext>
            </a:extLst>
          </p:cNvPr>
          <p:cNvSpPr>
            <a:spLocks xmlns:a="http://schemas.openxmlformats.org/drawingml/2006/main" noGrp="1"/>
          </p:cNvSpPr>
          <p:nvPr/>
        </p:nvSpPr>
        <p:spPr>
          <a:xfrm xmlns:a="http://schemas.openxmlformats.org/drawingml/2006/main" rot="0" flipH="0" flipV="0">
            <a:off x="1211580" y="3267075"/>
            <a:ext cx="86334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Arial"/>
                <a:ea typeface="Arial"/>
                <a:cs typeface="Arial"/>
              </a:rPr>
              <a:t>费用边界</a:t>
            </a:r>
          </a:p>
        </p:txBody>
      </p:sp>
      <p:sp>
        <p:nvSpPr>
          <p:cNvPr id="24" name="TextBox 24">
            <a:extLst xmlns:a="http://schemas.openxmlformats.org/drawingml/2006/main">
              <a:ext uri="{FF2B5EF4-FFF2-40B4-BE49-F238E27FC236}">
                <a16:creationId xmlns:a16="http://schemas.microsoft.com/office/drawing/2014/main" id="{7C0C3D9F-B011-4D23-AA50-57BE21275A97}"/>
              </a:ext>
            </a:extLst>
          </p:cNvPr>
          <p:cNvSpPr>
            <a:spLocks xmlns:a="http://schemas.openxmlformats.org/drawingml/2006/main" noGrp="1"/>
          </p:cNvSpPr>
          <p:nvPr/>
        </p:nvSpPr>
        <p:spPr>
          <a:xfrm xmlns:a="http://schemas.openxmlformats.org/drawingml/2006/main" rot="0" flipH="0" flipV="0">
            <a:off x="1212342" y="3588068"/>
            <a:ext cx="321228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61,000 元附加费的合同归属与税费口径</a:t>
            </a:r>
          </a:p>
        </p:txBody>
      </p:sp>
      <p:sp>
        <p:nvSpPr>
          <p:cNvPr id="26" name="Freeform 26">
            <a:extLst xmlns:a="http://schemas.openxmlformats.org/drawingml/2006/main">
              <a:ext uri="{FF2B5EF4-FFF2-40B4-BE49-F238E27FC236}">
                <a16:creationId xmlns:a16="http://schemas.microsoft.com/office/drawing/2014/main" id="{0DF8F839-B1C3-4F9B-B12C-64F17021C4FF}"/>
              </a:ext>
            </a:extLst>
          </p:cNvPr>
          <p:cNvSpPr>
            <a:spLocks xmlns:a="http://schemas.openxmlformats.org/drawingml/2006/main" noGrp="1"/>
          </p:cNvSpPr>
          <p:nvPr/>
        </p:nvSpPr>
        <p:spPr>
          <a:xfrm xmlns:a="http://schemas.openxmlformats.org/drawingml/2006/main" rot="0" flipH="0" flipV="0">
            <a:off x="895350" y="4229100"/>
            <a:ext cx="9525" cy="50800"/>
          </a:xfrm>
          <a:custGeom xmlns:a="http://schemas.openxmlformats.org/drawingml/2006/main">
            <a:rect l="l" t="t" r="r" b="b"/>
            <a:pathLst>
              <a:path w="9525" h="50800">
                <a:moveTo>
                  <a:pt x="0" y="0"/>
                </a:moveTo>
                <a:lnTo>
                  <a:pt x="0" y="50800"/>
                </a:lnTo>
              </a:path>
            </a:pathLst>
          </a:custGeom>
          <a:noFill xmlns:a="http://schemas.openxmlformats.org/drawingml/2006/main"/>
          <a:ln xmlns:a="http://schemas.openxmlformats.org/drawingml/2006/main" w="25400">
            <a:solidFill>
              <a:srgbClr val="E69400"/>
            </a:solidFill>
          </a:ln>
        </p:spPr>
      </p:sp>
      <p:sp>
        <p:nvSpPr>
          <p:cNvPr id="27" name="Freeform 27">
            <a:extLst xmlns:a="http://schemas.openxmlformats.org/drawingml/2006/main">
              <a:ext uri="{FF2B5EF4-FFF2-40B4-BE49-F238E27FC236}">
                <a16:creationId xmlns:a16="http://schemas.microsoft.com/office/drawing/2014/main" id="{B4519903-01C7-49B5-A918-23CD98FA63B2}"/>
              </a:ext>
            </a:extLst>
          </p:cNvPr>
          <p:cNvSpPr>
            <a:spLocks xmlns:a="http://schemas.openxmlformats.org/drawingml/2006/main" noGrp="1"/>
          </p:cNvSpPr>
          <p:nvPr/>
        </p:nvSpPr>
        <p:spPr>
          <a:xfrm xmlns:a="http://schemas.openxmlformats.org/drawingml/2006/main" rot="0" flipH="0" flipV="0">
            <a:off x="767269" y="4148681"/>
            <a:ext cx="256151" cy="220068"/>
          </a:xfrm>
          <a:custGeom xmlns:a="http://schemas.openxmlformats.org/drawingml/2006/main">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xmlns:a="http://schemas.openxmlformats.org/drawingml/2006/main"/>
          <a:ln xmlns:a="http://schemas.openxmlformats.org/drawingml/2006/main" w="25400">
            <a:solidFill>
              <a:srgbClr val="E69400"/>
            </a:solidFill>
          </a:ln>
        </p:spPr>
      </p:sp>
      <p:sp>
        <p:nvSpPr>
          <p:cNvPr id="28" name="Freeform 28">
            <a:extLst xmlns:a="http://schemas.openxmlformats.org/drawingml/2006/main">
              <a:ext uri="{FF2B5EF4-FFF2-40B4-BE49-F238E27FC236}">
                <a16:creationId xmlns:a16="http://schemas.microsoft.com/office/drawing/2014/main" id="{A1F01736-6809-4451-96AD-DB10D97F2D72}"/>
              </a:ext>
            </a:extLst>
          </p:cNvPr>
          <p:cNvSpPr>
            <a:spLocks xmlns:a="http://schemas.openxmlformats.org/drawingml/2006/main" noGrp="1"/>
          </p:cNvSpPr>
          <p:nvPr/>
        </p:nvSpPr>
        <p:spPr>
          <a:xfrm xmlns:a="http://schemas.openxmlformats.org/drawingml/2006/main" rot="0" flipH="0" flipV="0">
            <a:off x="895350" y="4317999"/>
            <a:ext cx="9525" cy="9525"/>
          </a:xfrm>
          <a:custGeom xmlns:a="http://schemas.openxmlformats.org/drawingml/2006/main">
            <a:rect l="l" t="t" r="r" b="b"/>
            <a:pathLst>
              <a:path w="9525" h="9525">
                <a:moveTo>
                  <a:pt x="0" y="0"/>
                </a:moveTo>
                <a:lnTo>
                  <a:pt x="127" y="0"/>
                </a:lnTo>
              </a:path>
            </a:pathLst>
          </a:custGeom>
          <a:noFill xmlns:a="http://schemas.openxmlformats.org/drawingml/2006/main"/>
          <a:ln xmlns:a="http://schemas.openxmlformats.org/drawingml/2006/main" w="25400">
            <a:solidFill>
              <a:srgbClr val="E69400"/>
            </a:solidFill>
          </a:ln>
        </p:spPr>
      </p:sp>
      <p:sp>
        <p:nvSpPr>
          <p:cNvPr id="30" name="TextBox 30">
            <a:extLst xmlns:a="http://schemas.openxmlformats.org/drawingml/2006/main">
              <a:ext uri="{FF2B5EF4-FFF2-40B4-BE49-F238E27FC236}">
                <a16:creationId xmlns:a16="http://schemas.microsoft.com/office/drawing/2014/main" id="{206BCAE7-DD2A-4C36-99A5-E87D0D38F3C6}"/>
              </a:ext>
            </a:extLst>
          </p:cNvPr>
          <p:cNvSpPr>
            <a:spLocks xmlns:a="http://schemas.openxmlformats.org/drawingml/2006/main" noGrp="1"/>
          </p:cNvSpPr>
          <p:nvPr/>
        </p:nvSpPr>
        <p:spPr>
          <a:xfrm xmlns:a="http://schemas.openxmlformats.org/drawingml/2006/main" rot="0" flipH="0" flipV="0">
            <a:off x="1211580" y="4162425"/>
            <a:ext cx="86334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Arial"/>
                <a:ea typeface="Arial"/>
                <a:cs typeface="Arial"/>
              </a:rPr>
              <a:t>施工责任</a:t>
            </a:r>
          </a:p>
        </p:txBody>
      </p:sp>
      <p:sp>
        <p:nvSpPr>
          <p:cNvPr id="31" name="TextBox 31">
            <a:extLst xmlns:a="http://schemas.openxmlformats.org/drawingml/2006/main">
              <a:ext uri="{FF2B5EF4-FFF2-40B4-BE49-F238E27FC236}">
                <a16:creationId xmlns:a16="http://schemas.microsoft.com/office/drawing/2014/main" id="{D67F7D7E-34CA-4068-A319-41C1464766C2}"/>
              </a:ext>
            </a:extLst>
          </p:cNvPr>
          <p:cNvSpPr>
            <a:spLocks xmlns:a="http://schemas.openxmlformats.org/drawingml/2006/main" noGrp="1"/>
          </p:cNvSpPr>
          <p:nvPr/>
        </p:nvSpPr>
        <p:spPr>
          <a:xfrm xmlns:a="http://schemas.openxmlformats.org/drawingml/2006/main" rot="0" flipH="0" flipV="0">
            <a:off x="1212342" y="4483418"/>
            <a:ext cx="364845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开孔、封堵、槽钢及无线五方通话的责任范围</a:t>
            </a:r>
          </a:p>
        </p:txBody>
      </p:sp>
      <p:sp>
        <p:nvSpPr>
          <p:cNvPr id="34" name="Line 34">
            <a:extLst xmlns:a="http://schemas.openxmlformats.org/drawingml/2006/main">
              <a:ext uri="{FF2B5EF4-FFF2-40B4-BE49-F238E27FC236}">
                <a16:creationId xmlns:a16="http://schemas.microsoft.com/office/drawing/2014/main" id="{B51788BC-77BB-4C09-A5F7-6B93D2A46F8D}"/>
              </a:ext>
            </a:extLst>
          </p:cNvPr>
          <p:cNvSpPr>
            <a:spLocks xmlns:a="http://schemas.openxmlformats.org/drawingml/2006/main" noGrp="1"/>
          </p:cNvSpPr>
          <p:nvPr/>
        </p:nvSpPr>
        <p:spPr>
          <a:xfrm xmlns:a="http://schemas.openxmlformats.org/drawingml/2006/main" rot="0" flipH="0" flipV="0">
            <a:off x="6096000" y="1809750"/>
            <a:ext cx="9525" cy="3952875"/>
          </a:xfrm>
          <a:custGeom xmlns:a="http://schemas.openxmlformats.org/drawingml/2006/main">
            <a:rect l="l" t="t" r="r" b="b"/>
            <a:pathLst>
              <a:path w="9525" h="3952875">
                <a:moveTo>
                  <a:pt x="0" y="0"/>
                </a:moveTo>
                <a:lnTo>
                  <a:pt x="0" y="3952875"/>
                </a:lnTo>
              </a:path>
            </a:pathLst>
          </a:custGeom>
          <a:noFill xmlns:a="http://schemas.openxmlformats.org/drawingml/2006/main"/>
          <a:ln xmlns:a="http://schemas.openxmlformats.org/drawingml/2006/main" w="19050">
            <a:solidFill>
              <a:srgbClr val="97CBFF"/>
            </a:solidFill>
          </a:ln>
        </p:spPr>
      </p:sp>
      <p:sp>
        <p:nvSpPr>
          <p:cNvPr id="36" name="TextBox 36">
            <a:extLst xmlns:a="http://schemas.openxmlformats.org/drawingml/2006/main">
              <a:ext uri="{FF2B5EF4-FFF2-40B4-BE49-F238E27FC236}">
                <a16:creationId xmlns:a16="http://schemas.microsoft.com/office/drawing/2014/main" id="{872D9C4C-0C06-479B-91CA-9A9CB41C00CD}"/>
              </a:ext>
            </a:extLst>
          </p:cNvPr>
          <p:cNvSpPr>
            <a:spLocks xmlns:a="http://schemas.openxmlformats.org/drawingml/2006/main" noGrp="1"/>
          </p:cNvSpPr>
          <p:nvPr/>
        </p:nvSpPr>
        <p:spPr>
          <a:xfrm xmlns:a="http://schemas.openxmlformats.org/drawingml/2006/main" rot="0" flipH="0" flipV="0">
            <a:off x="6505956" y="1805940"/>
            <a:ext cx="781583"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accent1"/>
                </a:solidFill>
                <a:latin typeface="Arial"/>
                <a:ea typeface="Arial"/>
                <a:cs typeface="Arial"/>
              </a:rPr>
              <a:t>下一步</a:t>
            </a:r>
          </a:p>
        </p:txBody>
      </p:sp>
      <p:sp>
        <p:nvSpPr>
          <p:cNvPr id="37" name="Ellipse 37">
            <a:extLst xmlns:a="http://schemas.openxmlformats.org/drawingml/2006/main">
              <a:ext uri="{FF2B5EF4-FFF2-40B4-BE49-F238E27FC236}">
                <a16:creationId xmlns:a16="http://schemas.microsoft.com/office/drawing/2014/main" id="{9C037CB1-123A-4CF5-AF21-D61AE71E2B6D}"/>
              </a:ext>
            </a:extLst>
          </p:cNvPr>
          <p:cNvSpPr>
            <a:spLocks xmlns:a="http://schemas.openxmlformats.org/drawingml/2006/main" noGrp="1"/>
          </p:cNvSpPr>
          <p:nvPr/>
        </p:nvSpPr>
        <p:spPr>
          <a:xfrm xmlns:a="http://schemas.openxmlformats.org/drawingml/2006/main" rot="0" flipH="0" flipV="0">
            <a:off x="6534150" y="2324100"/>
            <a:ext cx="457200" cy="457200"/>
          </a:xfrm>
          <a:prstGeom xmlns:a="http://schemas.openxmlformats.org/drawingml/2006/main" prst="ellipse">
            <a:avLst/>
          </a:prstGeom>
          <a:solidFill xmlns:a="http://schemas.openxmlformats.org/drawingml/2006/main">
            <a:schemeClr val="accent1"/>
          </a:solidFill>
          <a:ln xmlns:a="http://schemas.openxmlformats.org/drawingml/2006/main">
            <a:noFill/>
          </a:ln>
        </p:spPr>
      </p:sp>
      <p:sp>
        <p:nvSpPr>
          <p:cNvPr id="38" name="TextBox 38">
            <a:extLst xmlns:a="http://schemas.openxmlformats.org/drawingml/2006/main">
              <a:ext uri="{FF2B5EF4-FFF2-40B4-BE49-F238E27FC236}">
                <a16:creationId xmlns:a16="http://schemas.microsoft.com/office/drawing/2014/main" id="{C99E2D33-5C02-4B09-81F1-9470C9302F83}"/>
              </a:ext>
            </a:extLst>
          </p:cNvPr>
          <p:cNvSpPr>
            <a:spLocks xmlns:a="http://schemas.openxmlformats.org/drawingml/2006/main" noGrp="1"/>
          </p:cNvSpPr>
          <p:nvPr/>
        </p:nvSpPr>
        <p:spPr>
          <a:xfrm xmlns:a="http://schemas.openxmlformats.org/drawingml/2006/main" rot="0" flipH="0" flipV="0">
            <a:off x="6696823" y="2466975"/>
            <a:ext cx="13185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rgbClr val="FFFFFF"/>
                </a:solidFill>
                <a:latin typeface="Arial"/>
                <a:ea typeface="Arial"/>
                <a:cs typeface="Arial"/>
              </a:rPr>
              <a:t>1</a:t>
            </a:r>
          </a:p>
        </p:txBody>
      </p:sp>
      <p:sp>
        <p:nvSpPr>
          <p:cNvPr id="39" name="TextBox 39">
            <a:extLst xmlns:a="http://schemas.openxmlformats.org/drawingml/2006/main">
              <a:ext uri="{FF2B5EF4-FFF2-40B4-BE49-F238E27FC236}">
                <a16:creationId xmlns:a16="http://schemas.microsoft.com/office/drawing/2014/main" id="{29B5760A-0FB2-4ED2-A3D9-9EBA0ABE74CF}"/>
              </a:ext>
            </a:extLst>
          </p:cNvPr>
          <p:cNvSpPr>
            <a:spLocks xmlns:a="http://schemas.openxmlformats.org/drawingml/2006/main" noGrp="1"/>
          </p:cNvSpPr>
          <p:nvPr/>
        </p:nvSpPr>
        <p:spPr>
          <a:xfrm xmlns:a="http://schemas.openxmlformats.org/drawingml/2006/main" rot="0" flipH="0" flipV="0">
            <a:off x="7155180" y="2314575"/>
            <a:ext cx="1287399"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Arial"/>
                <a:ea typeface="Arial"/>
                <a:cs typeface="Arial"/>
              </a:rPr>
              <a:t>技术联合复核</a:t>
            </a:r>
          </a:p>
        </p:txBody>
      </p:sp>
      <p:sp>
        <p:nvSpPr>
          <p:cNvPr id="40" name="TextBox 40">
            <a:extLst xmlns:a="http://schemas.openxmlformats.org/drawingml/2006/main">
              <a:ext uri="{FF2B5EF4-FFF2-40B4-BE49-F238E27FC236}">
                <a16:creationId xmlns:a16="http://schemas.microsoft.com/office/drawing/2014/main" id="{D096578B-F366-4257-BB0D-F922F60B8A14}"/>
              </a:ext>
            </a:extLst>
          </p:cNvPr>
          <p:cNvSpPr>
            <a:spLocks xmlns:a="http://schemas.openxmlformats.org/drawingml/2006/main" noGrp="1"/>
          </p:cNvSpPr>
          <p:nvPr/>
        </p:nvSpPr>
        <p:spPr>
          <a:xfrm xmlns:a="http://schemas.openxmlformats.org/drawingml/2006/main" rot="0" flipH="0" flipV="0">
            <a:off x="7155942" y="2635568"/>
            <a:ext cx="292150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与供应商核对载重、轿厢与井道图纸</a:t>
            </a:r>
          </a:p>
        </p:txBody>
      </p:sp>
      <p:sp>
        <p:nvSpPr>
          <p:cNvPr id="42" name="Ellipse 42">
            <a:extLst xmlns:a="http://schemas.openxmlformats.org/drawingml/2006/main">
              <a:ext uri="{FF2B5EF4-FFF2-40B4-BE49-F238E27FC236}">
                <a16:creationId xmlns:a16="http://schemas.microsoft.com/office/drawing/2014/main" id="{A0C93561-7CF1-4A25-B837-A8D53E66D0C7}"/>
              </a:ext>
            </a:extLst>
          </p:cNvPr>
          <p:cNvSpPr>
            <a:spLocks xmlns:a="http://schemas.openxmlformats.org/drawingml/2006/main" noGrp="1"/>
          </p:cNvSpPr>
          <p:nvPr/>
        </p:nvSpPr>
        <p:spPr>
          <a:xfrm xmlns:a="http://schemas.openxmlformats.org/drawingml/2006/main" rot="0" flipH="0" flipV="0">
            <a:off x="6534150" y="3352800"/>
            <a:ext cx="457200" cy="457200"/>
          </a:xfrm>
          <a:prstGeom xmlns:a="http://schemas.openxmlformats.org/drawingml/2006/main" prst="ellipse">
            <a:avLst/>
          </a:prstGeom>
          <a:solidFill xmlns:a="http://schemas.openxmlformats.org/drawingml/2006/main">
            <a:schemeClr val="accent3"/>
          </a:solidFill>
          <a:ln xmlns:a="http://schemas.openxmlformats.org/drawingml/2006/main">
            <a:noFill/>
          </a:ln>
        </p:spPr>
      </p:sp>
      <p:sp>
        <p:nvSpPr>
          <p:cNvPr id="43" name="TextBox 43">
            <a:extLst xmlns:a="http://schemas.openxmlformats.org/drawingml/2006/main">
              <a:ext uri="{FF2B5EF4-FFF2-40B4-BE49-F238E27FC236}">
                <a16:creationId xmlns:a16="http://schemas.microsoft.com/office/drawing/2014/main" id="{336F8870-03F1-4B54-B0E3-1AB1E6783DCB}"/>
              </a:ext>
            </a:extLst>
          </p:cNvPr>
          <p:cNvSpPr>
            <a:spLocks xmlns:a="http://schemas.openxmlformats.org/drawingml/2006/main" noGrp="1"/>
          </p:cNvSpPr>
          <p:nvPr/>
        </p:nvSpPr>
        <p:spPr>
          <a:xfrm xmlns:a="http://schemas.openxmlformats.org/drawingml/2006/main" rot="0" flipH="0" flipV="0">
            <a:off x="6696823" y="3495675"/>
            <a:ext cx="13185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rgbClr val="FFFFFF"/>
                </a:solidFill>
                <a:latin typeface="Arial"/>
                <a:ea typeface="Arial"/>
                <a:cs typeface="Arial"/>
              </a:rPr>
              <a:t>2</a:t>
            </a:r>
          </a:p>
        </p:txBody>
      </p:sp>
      <p:sp>
        <p:nvSpPr>
          <p:cNvPr id="44" name="TextBox 44">
            <a:extLst xmlns:a="http://schemas.openxmlformats.org/drawingml/2006/main">
              <a:ext uri="{FF2B5EF4-FFF2-40B4-BE49-F238E27FC236}">
                <a16:creationId xmlns:a16="http://schemas.microsoft.com/office/drawing/2014/main" id="{3E85BBA5-E98A-4752-B767-84E3258D2B5F}"/>
              </a:ext>
            </a:extLst>
          </p:cNvPr>
          <p:cNvSpPr>
            <a:spLocks xmlns:a="http://schemas.openxmlformats.org/drawingml/2006/main" noGrp="1"/>
          </p:cNvSpPr>
          <p:nvPr/>
        </p:nvSpPr>
        <p:spPr>
          <a:xfrm xmlns:a="http://schemas.openxmlformats.org/drawingml/2006/main" rot="0" flipH="0" flipV="0">
            <a:off x="7155180" y="3343275"/>
            <a:ext cx="1287399"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Arial"/>
                <a:ea typeface="Arial"/>
                <a:cs typeface="Arial"/>
              </a:rPr>
              <a:t>取得书面澄清</a:t>
            </a:r>
          </a:p>
        </p:txBody>
      </p:sp>
      <p:sp>
        <p:nvSpPr>
          <p:cNvPr id="45" name="TextBox 45">
            <a:extLst xmlns:a="http://schemas.openxmlformats.org/drawingml/2006/main">
              <a:ext uri="{FF2B5EF4-FFF2-40B4-BE49-F238E27FC236}">
                <a16:creationId xmlns:a16="http://schemas.microsoft.com/office/drawing/2014/main" id="{A7DB7977-4619-4208-AC67-4FADF9CFF323}"/>
              </a:ext>
            </a:extLst>
          </p:cNvPr>
          <p:cNvSpPr>
            <a:spLocks xmlns:a="http://schemas.openxmlformats.org/drawingml/2006/main" noGrp="1"/>
          </p:cNvSpPr>
          <p:nvPr/>
        </p:nvSpPr>
        <p:spPr>
          <a:xfrm xmlns:a="http://schemas.openxmlformats.org/drawingml/2006/main" rot="0" flipH="0" flipV="0">
            <a:off x="7155942" y="3664268"/>
            <a:ext cx="292150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确认最终报价、费用范围与商务条款</a:t>
            </a:r>
          </a:p>
        </p:txBody>
      </p:sp>
      <p:sp>
        <p:nvSpPr>
          <p:cNvPr id="47" name="Ellipse 47">
            <a:extLst xmlns:a="http://schemas.openxmlformats.org/drawingml/2006/main">
              <a:ext uri="{FF2B5EF4-FFF2-40B4-BE49-F238E27FC236}">
                <a16:creationId xmlns:a16="http://schemas.microsoft.com/office/drawing/2014/main" id="{D47CC5F8-F581-4520-96F6-A2F6ED045A0A}"/>
              </a:ext>
            </a:extLst>
          </p:cNvPr>
          <p:cNvSpPr>
            <a:spLocks xmlns:a="http://schemas.openxmlformats.org/drawingml/2006/main" noGrp="1"/>
          </p:cNvSpPr>
          <p:nvPr/>
        </p:nvSpPr>
        <p:spPr>
          <a:xfrm xmlns:a="http://schemas.openxmlformats.org/drawingml/2006/main" rot="0" flipH="0" flipV="0">
            <a:off x="6534150" y="4381500"/>
            <a:ext cx="457200" cy="457200"/>
          </a:xfrm>
          <a:prstGeom xmlns:a="http://schemas.openxmlformats.org/drawingml/2006/main" prst="ellipse">
            <a:avLst/>
          </a:prstGeom>
          <a:solidFill xmlns:a="http://schemas.openxmlformats.org/drawingml/2006/main">
            <a:schemeClr val="accent2"/>
          </a:solidFill>
          <a:ln xmlns:a="http://schemas.openxmlformats.org/drawingml/2006/main">
            <a:noFill/>
          </a:ln>
        </p:spPr>
      </p:sp>
      <p:sp>
        <p:nvSpPr>
          <p:cNvPr id="48" name="TextBox 48">
            <a:extLst xmlns:a="http://schemas.openxmlformats.org/drawingml/2006/main">
              <a:ext uri="{FF2B5EF4-FFF2-40B4-BE49-F238E27FC236}">
                <a16:creationId xmlns:a16="http://schemas.microsoft.com/office/drawing/2014/main" id="{1B302E58-66FA-48AC-90C7-24EFCF112FDB}"/>
              </a:ext>
            </a:extLst>
          </p:cNvPr>
          <p:cNvSpPr>
            <a:spLocks xmlns:a="http://schemas.openxmlformats.org/drawingml/2006/main" noGrp="1"/>
          </p:cNvSpPr>
          <p:nvPr/>
        </p:nvSpPr>
        <p:spPr>
          <a:xfrm xmlns:a="http://schemas.openxmlformats.org/drawingml/2006/main" rot="0" flipH="0" flipV="0">
            <a:off x="6696823" y="4524375"/>
            <a:ext cx="13185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00" b="1">
                <a:solidFill>
                  <a:srgbClr val="FFFFFF"/>
                </a:solidFill>
                <a:latin typeface="Arial"/>
                <a:ea typeface="Arial"/>
                <a:cs typeface="Arial"/>
              </a:rPr>
              <a:t>3</a:t>
            </a:r>
          </a:p>
        </p:txBody>
      </p:sp>
      <p:sp>
        <p:nvSpPr>
          <p:cNvPr id="49" name="TextBox 49">
            <a:extLst xmlns:a="http://schemas.openxmlformats.org/drawingml/2006/main">
              <a:ext uri="{FF2B5EF4-FFF2-40B4-BE49-F238E27FC236}">
                <a16:creationId xmlns:a16="http://schemas.microsoft.com/office/drawing/2014/main" id="{4E44CDA7-5A91-426E-AAFE-2900BD6326A5}"/>
              </a:ext>
            </a:extLst>
          </p:cNvPr>
          <p:cNvSpPr>
            <a:spLocks xmlns:a="http://schemas.openxmlformats.org/drawingml/2006/main" noGrp="1"/>
          </p:cNvSpPr>
          <p:nvPr/>
        </p:nvSpPr>
        <p:spPr>
          <a:xfrm xmlns:a="http://schemas.openxmlformats.org/drawingml/2006/main" rot="0" flipH="0" flipV="0">
            <a:off x="7155180" y="4371975"/>
            <a:ext cx="1287399"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Arial"/>
                <a:ea typeface="Arial"/>
                <a:cs typeface="Arial"/>
              </a:rPr>
              <a:t>锁定合同附件</a:t>
            </a:r>
          </a:p>
        </p:txBody>
      </p:sp>
      <p:sp>
        <p:nvSpPr>
          <p:cNvPr id="50" name="TextBox 50">
            <a:extLst xmlns:a="http://schemas.openxmlformats.org/drawingml/2006/main">
              <a:ext uri="{FF2B5EF4-FFF2-40B4-BE49-F238E27FC236}">
                <a16:creationId xmlns:a16="http://schemas.microsoft.com/office/drawing/2014/main" id="{8B2DAEDF-847D-44F5-84F8-8EAF93165EEA}"/>
              </a:ext>
            </a:extLst>
          </p:cNvPr>
          <p:cNvSpPr>
            <a:spLocks xmlns:a="http://schemas.openxmlformats.org/drawingml/2006/main" noGrp="1"/>
          </p:cNvSpPr>
          <p:nvPr/>
        </p:nvSpPr>
        <p:spPr>
          <a:xfrm xmlns:a="http://schemas.openxmlformats.org/drawingml/2006/main" rot="0" flipH="0" flipV="0">
            <a:off x="7155942" y="4692968"/>
            <a:ext cx="310324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7A7A7A"/>
                </a:solidFill>
                <a:latin typeface="Arial"/>
                <a:ea typeface="Arial"/>
                <a:cs typeface="Arial"/>
              </a:rPr>
              <a:t>确认图纸、付款节点和验收边界后签约</a:t>
            </a:r>
          </a:p>
        </p:txBody>
      </p:sp>
      <p:sp>
        <p:nvSpPr>
          <p:cNvPr id="52" name="Rectangle 52">
            <a:extLst xmlns:a="http://schemas.openxmlformats.org/drawingml/2006/main">
              <a:ext uri="{FF2B5EF4-FFF2-40B4-BE49-F238E27FC236}">
                <a16:creationId xmlns:a16="http://schemas.microsoft.com/office/drawing/2014/main" id="{B731A0B2-12F7-4B59-9F79-ED91F5B3120F}"/>
              </a:ext>
            </a:extLst>
          </p:cNvPr>
          <p:cNvSpPr>
            <a:spLocks xmlns:a="http://schemas.openxmlformats.org/drawingml/2006/main" noGrp="1"/>
          </p:cNvSpPr>
          <p:nvPr/>
        </p:nvSpPr>
        <p:spPr>
          <a:xfrm xmlns:a="http://schemas.openxmlformats.org/drawingml/2006/main" rot="0" flipH="0" flipV="0">
            <a:off x="6515100" y="5219700"/>
            <a:ext cx="4762500" cy="514350"/>
          </a:xfrm>
          <a:prstGeom xmlns:a="http://schemas.openxmlformats.org/drawingml/2006/main" prst="rect">
            <a:avLst/>
          </a:prstGeom>
          <a:solidFill xmlns:a="http://schemas.openxmlformats.org/drawingml/2006/main">
            <a:schemeClr val="accent5"/>
          </a:solidFill>
          <a:ln xmlns:a="http://schemas.openxmlformats.org/drawingml/2006/main">
            <a:noFill/>
          </a:ln>
        </p:spPr>
      </p:sp>
      <p:sp>
        <p:nvSpPr>
          <p:cNvPr id="53" name="Freeform 53">
            <a:extLst xmlns:a="http://schemas.openxmlformats.org/drawingml/2006/main">
              <a:ext uri="{FF2B5EF4-FFF2-40B4-BE49-F238E27FC236}">
                <a16:creationId xmlns:a16="http://schemas.microsoft.com/office/drawing/2014/main" id="{AE2214C0-E402-4C8E-A257-B145C4EBA188}"/>
              </a:ext>
            </a:extLst>
          </p:cNvPr>
          <p:cNvSpPr>
            <a:spLocks xmlns:a="http://schemas.openxmlformats.org/drawingml/2006/main" noGrp="1"/>
          </p:cNvSpPr>
          <p:nvPr/>
        </p:nvSpPr>
        <p:spPr>
          <a:xfrm xmlns:a="http://schemas.openxmlformats.org/drawingml/2006/main" rot="0" flipH="0" flipV="0">
            <a:off x="6757194" y="5425281"/>
            <a:ext cx="154781" cy="103187"/>
          </a:xfrm>
          <a:custGeom xmlns:a="http://schemas.openxmlformats.org/drawingml/2006/main">
            <a:rect l="l" t="t" r="r" b="b"/>
            <a:pathLst>
              <a:path w="154781" h="103187">
                <a:moveTo>
                  <a:pt x="0" y="51594"/>
                </a:moveTo>
                <a:lnTo>
                  <a:pt x="51594" y="103187"/>
                </a:lnTo>
                <a:lnTo>
                  <a:pt x="154781" y="0"/>
                </a:lnTo>
              </a:path>
            </a:pathLst>
          </a:custGeom>
          <a:noFill xmlns:a="http://schemas.openxmlformats.org/drawingml/2006/main"/>
          <a:ln xmlns:a="http://schemas.openxmlformats.org/drawingml/2006/main" w="20637">
            <a:solidFill>
              <a:schemeClr val="accent2"/>
            </a:solidFill>
          </a:ln>
        </p:spPr>
      </p:sp>
      <p:sp>
        <p:nvSpPr>
          <p:cNvPr id="54" name="TextBox 54">
            <a:extLst xmlns:a="http://schemas.openxmlformats.org/drawingml/2006/main">
              <a:ext uri="{FF2B5EF4-FFF2-40B4-BE49-F238E27FC236}">
                <a16:creationId xmlns:a16="http://schemas.microsoft.com/office/drawing/2014/main" id="{6A93C325-30F5-4155-8673-6F0429FE9AD0}"/>
              </a:ext>
            </a:extLst>
          </p:cNvPr>
          <p:cNvSpPr>
            <a:spLocks xmlns:a="http://schemas.openxmlformats.org/drawingml/2006/main" noGrp="1"/>
          </p:cNvSpPr>
          <p:nvPr/>
        </p:nvSpPr>
        <p:spPr>
          <a:xfrm xmlns:a="http://schemas.openxmlformats.org/drawingml/2006/main" rot="0" flipH="0" flipV="0">
            <a:off x="7078980" y="5391150"/>
            <a:ext cx="2983611"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Arial"/>
                <a:ea typeface="Arial"/>
                <a:cs typeface="Arial"/>
              </a:rPr>
              <a:t>完成三项澄清后再进入合同审批</a:t>
            </a:r>
          </a:p>
        </p:txBody>
      </p:sp>
    </p:spTree>
    <p:extLst>
      <p:ext uri="{BB962C8B-B14F-4D97-AF65-F5344CB8AC3E}">
        <p14:creationId xmlns:p14="http://schemas.microsoft.com/office/powerpoint/2010/main" val="1486628765"/>
      </p:ext>
    </p:extLst>
  </p:cSld>
</p:sld>
</file>

<file path=ppt/theme/theme1.xml><?xml version="1.0" encoding="utf-8"?>
<a:theme xmlns:a="http://schemas.openxmlformats.org/drawingml/2006/main" name="Blank Final 2023-03-23">
  <a:themeElements>
    <a:clrScheme name="METTLER TOLEDO">
      <a:dk1>
        <a:srgbClr val="004696"/>
      </a:dk1>
      <a:lt1>
        <a:srgbClr val="FFFFFF"/>
      </a:lt1>
      <a:dk2>
        <a:srgbClr val="FFFFFF"/>
      </a:dk2>
      <a:lt2>
        <a:srgbClr val="3399FF"/>
      </a:lt2>
      <a:accent1>
        <a:srgbClr val="56A410"/>
      </a:accent1>
      <a:accent2>
        <a:srgbClr val="004696"/>
      </a:accent2>
      <a:accent3>
        <a:srgbClr val="3399FF"/>
      </a:accent3>
      <a:accent4>
        <a:srgbClr val="97CBFF"/>
      </a:accent4>
      <a:accent5>
        <a:srgbClr val="BEF38E"/>
      </a:accent5>
      <a:accent6>
        <a:srgbClr val="E69400"/>
      </a:accent6>
      <a:hlink>
        <a:srgbClr val="004696"/>
      </a:hlink>
      <a:folHlink>
        <a:srgbClr val="97CBFF"/>
      </a:folHlink>
    </a:clrScheme>
    <a:fontScheme name="Arial-Font">
      <a:majorFont>
        <a:latin typeface="Arial"/>
        <a:ea typeface=""/>
        <a:cs typeface=""/>
      </a:majorFont>
      <a:minorFont>
        <a:latin typeface="Arial"/>
        <a:ea typeface=""/>
        <a:cs typeface=""/>
      </a:minorFont>
    </a:fontScheme>
    <a:fmtScheme name="METTLER TOLEDO">
      <a:fillStyleLst>
        <a:solidFill>
          <a:schemeClr val="phClr"/>
        </a:solidFill>
        <a:solidFill>
          <a:schemeClr val="phClr"/>
        </a:solidFill>
        <a:gradFill>
          <a:gsLst>
            <a:gs pos="0">
              <a:schemeClr val="phClr">
                <a:tint val="100000"/>
                <a:shade val="50000"/>
                <a:satMod val="130000"/>
              </a:schemeClr>
            </a:gs>
            <a:gs pos="80000">
              <a:schemeClr val="phClr">
                <a:tint val="100000"/>
                <a:shade val="90000"/>
                <a:satMod val="130000"/>
                <a:alpha val="100000"/>
              </a:schemeClr>
            </a:gs>
            <a:gs pos="100000">
              <a:schemeClr val="phClr">
                <a:tint val="100000"/>
                <a:shade val="100000"/>
                <a:satMod val="130000"/>
                <a:alpha val="100000"/>
              </a:schemeClr>
            </a:gs>
          </a:gsLst>
          <a:lin ang="16200000" scaled="1"/>
        </a:gradFill>
      </a:fillStyleLst>
      <a:lnStyleLst>
        <a:ln w="6350">
          <a:solidFill>
            <a:schemeClr val="phClr">
              <a:satMod val="150000"/>
            </a:schemeClr>
          </a:solidFill>
          <a:prstDash val="solid"/>
        </a:ln>
        <a:ln w="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40005" dist="25400" dir="5400000" algn="bl"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2026-07-31T03:11:47.6500000Z</dcterms:created>
  <dcterms:modified xsi:type="dcterms:W3CDTF">2026-07-31T03:11:47.6500000Z</dcterms:modified>
</coreProperties>
</file>