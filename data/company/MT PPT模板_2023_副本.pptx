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315" r:id="rId5"/>
    <p:sldId id="324" r:id="rId6"/>
    <p:sldId id="327" r:id="rId7"/>
  </p:sldIdLst>
  <p:sldSz cx="12192000" cy="6858000"/>
  <p:notesSz cx="6877050" cy="10002838"/>
  <p:custDataLst>
    <p:tags r:id="rId10"/>
  </p:custDataLst>
  <p:defaultTextStyle>
    <a:defPPr>
      <a:defRPr lang="en-US"/>
    </a:defPPr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orient="horz" pos="935" userDrawn="1">
          <p15:clr>
            <a:srgbClr val="A4A3A4"/>
          </p15:clr>
        </p15:guide>
        <p15:guide id="3" orient="horz" pos="4020" userDrawn="1">
          <p15:clr>
            <a:srgbClr val="A4A3A4"/>
          </p15:clr>
        </p15:guide>
        <p15:guide id="4" orient="horz" pos="391" userDrawn="1">
          <p15:clr>
            <a:srgbClr val="A4A3A4"/>
          </p15:clr>
        </p15:guide>
        <p15:guide id="5" orient="horz" pos="504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325" userDrawn="1">
          <p15:clr>
            <a:srgbClr val="A4A3A4"/>
          </p15:clr>
        </p15:guide>
        <p15:guide id="8" pos="735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1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  <a:srgbClr val="9C9C9C"/>
    <a:srgbClr val="614173"/>
    <a:srgbClr val="CE7E34"/>
    <a:srgbClr val="006B6D"/>
    <a:srgbClr val="6AB023"/>
    <a:srgbClr val="3399FF"/>
    <a:srgbClr val="004696"/>
    <a:srgbClr val="E2C264"/>
    <a:srgbClr val="3CA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7E5F81B-B57D-4800-8E8F-8E96741CC982}" styleName="Mettler Toledo &gt; Green Table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512FF0-2B18-46AF-9A1B-3A70A708474B}" styleName="Mettler Toledo &gt; Green Tab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7439" autoAdjust="0"/>
  </p:normalViewPr>
  <p:slideViewPr>
    <p:cSldViewPr snapToGrid="0" snapToObjects="1" showGuides="1">
      <p:cViewPr varScale="1">
        <p:scale>
          <a:sx n="119" d="100"/>
          <a:sy n="119" d="100"/>
        </p:scale>
        <p:origin x="480" y="184"/>
      </p:cViewPr>
      <p:guideLst>
        <p:guide orient="horz" pos="2160"/>
        <p:guide orient="horz" pos="935"/>
        <p:guide orient="horz" pos="4020"/>
        <p:guide orient="horz" pos="391"/>
        <p:guide orient="horz" pos="504"/>
        <p:guide pos="3840"/>
        <p:guide pos="325"/>
        <p:guide pos="73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 showGuides="1">
      <p:cViewPr varScale="1">
        <p:scale>
          <a:sx n="77" d="100"/>
          <a:sy n="77" d="100"/>
        </p:scale>
        <p:origin x="3126" y="96"/>
      </p:cViewPr>
      <p:guideLst>
        <p:guide orient="horz" pos="3151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45745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0888"/>
            <a:ext cx="6664325" cy="37496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25033" y="4751348"/>
            <a:ext cx="5018567" cy="4501277"/>
          </a:xfrm>
          <a:prstGeom prst="rect">
            <a:avLst/>
          </a:prstGeom>
        </p:spPr>
        <p:txBody>
          <a:bodyPr vert="horz" lIns="96451" tIns="48225" rIns="96451" bIns="48225" rtlCol="0">
            <a:normAutofit/>
          </a:bodyPr>
          <a:lstStyle/>
          <a:p>
            <a:pPr lvl="0"/>
            <a:r>
              <a:rPr lang="en-US" dirty="0" err="1"/>
              <a:t>Textmasterformate</a:t>
            </a:r>
            <a:r>
              <a:rPr lang="en-US" dirty="0"/>
              <a:t> </a:t>
            </a: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Klicken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836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06363" y="750888"/>
            <a:ext cx="6664325" cy="3749675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>
          <a:xfrm>
            <a:off x="5255180" y="9412732"/>
            <a:ext cx="692953" cy="500142"/>
          </a:xfrm>
          <a:prstGeom prst="rect">
            <a:avLst/>
          </a:prstGeom>
        </p:spPr>
        <p:txBody>
          <a:bodyPr/>
          <a:lstStyle/>
          <a:p>
            <a:fld id="{B37E420F-8DC5-4183-89F9-42805A72DA7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77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4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9.bin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3215680" y="0"/>
            <a:ext cx="8976320" cy="2636838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6682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66828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20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3246475" y="1"/>
            <a:ext cx="8945525" cy="2635199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52936"/>
            <a:ext cx="8256917" cy="597686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2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sp>
        <p:nvSpPr>
          <p:cNvPr id="10" name="Bildplatzhalter 10"/>
          <p:cNvSpPr>
            <a:spLocks noGrp="1"/>
          </p:cNvSpPr>
          <p:nvPr>
            <p:ph type="pic" sz="quarter" idx="13" hasCustomPrompt="1"/>
          </p:nvPr>
        </p:nvSpPr>
        <p:spPr>
          <a:xfrm>
            <a:off x="32156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10"/>
          <p:cNvSpPr>
            <a:spLocks noGrp="1"/>
          </p:cNvSpPr>
          <p:nvPr>
            <p:ph type="pic" sz="quarter" idx="14" hasCustomPrompt="1"/>
          </p:nvPr>
        </p:nvSpPr>
        <p:spPr>
          <a:xfrm>
            <a:off x="54780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10"/>
          <p:cNvSpPr>
            <a:spLocks noGrp="1"/>
          </p:cNvSpPr>
          <p:nvPr>
            <p:ph type="pic" sz="quarter" idx="15" hasCustomPrompt="1"/>
          </p:nvPr>
        </p:nvSpPr>
        <p:spPr>
          <a:xfrm>
            <a:off x="77404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ildplatzhalter 10"/>
          <p:cNvSpPr>
            <a:spLocks noGrp="1"/>
          </p:cNvSpPr>
          <p:nvPr>
            <p:ph type="pic" sz="quarter" idx="16" hasCustomPrompt="1"/>
          </p:nvPr>
        </p:nvSpPr>
        <p:spPr>
          <a:xfrm>
            <a:off x="10002880" y="0"/>
            <a:ext cx="2189120" cy="2636838"/>
          </a:xfrm>
          <a:solidFill>
            <a:schemeClr val="tx2"/>
          </a:solidFill>
          <a:effectLst/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821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over Page Squar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3215680" y="0"/>
            <a:ext cx="5702720" cy="263691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-1" y="0"/>
            <a:ext cx="3215681" cy="616602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98000">
                <a:schemeClr val="bg1"/>
              </a:gs>
              <a:gs pos="58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en-US" sz="1400">
              <a:solidFill>
                <a:srgbClr val="6BD2FF"/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244800" y="2642400"/>
            <a:ext cx="8947200" cy="4215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10" hasCustomPrompt="1"/>
          </p:nvPr>
        </p:nvSpPr>
        <p:spPr>
          <a:xfrm>
            <a:off x="8784299" y="0"/>
            <a:ext cx="3407700" cy="2636912"/>
          </a:xfrm>
          <a:solidFill>
            <a:schemeClr val="tx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tIns="576000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2" name="Titel"/>
          <p:cNvSpPr>
            <a:spLocks noGrp="1"/>
          </p:cNvSpPr>
          <p:nvPr>
            <p:ph type="ctrTitle" hasCustomPrompt="1"/>
          </p:nvPr>
        </p:nvSpPr>
        <p:spPr>
          <a:xfrm>
            <a:off x="3599723" y="2836800"/>
            <a:ext cx="8256917" cy="613822"/>
          </a:xfrm>
        </p:spPr>
        <p:txBody>
          <a:bodyPr anchor="b"/>
          <a:lstStyle>
            <a:lvl1pPr algn="l">
              <a:lnSpc>
                <a:spcPts val="3000"/>
              </a:lnSpc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title…</a:t>
            </a:r>
          </a:p>
        </p:txBody>
      </p:sp>
      <p:sp>
        <p:nvSpPr>
          <p:cNvPr id="3" name="Untertitel"/>
          <p:cNvSpPr>
            <a:spLocks noGrp="1"/>
          </p:cNvSpPr>
          <p:nvPr>
            <p:ph type="subTitle" idx="1" hasCustomPrompt="1"/>
          </p:nvPr>
        </p:nvSpPr>
        <p:spPr>
          <a:xfrm>
            <a:off x="520789" y="1988841"/>
            <a:ext cx="2621749" cy="692581"/>
          </a:xfrm>
        </p:spPr>
        <p:txBody>
          <a:bodyPr rIns="72000"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place,</a:t>
            </a:r>
            <a:br>
              <a:rPr lang="en-US" dirty="0"/>
            </a:br>
            <a:r>
              <a:rPr lang="en-US" dirty="0"/>
              <a:t>date/author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99723" y="3400223"/>
            <a:ext cx="8256919" cy="964882"/>
          </a:xfrm>
        </p:spPr>
        <p:txBody>
          <a:bodyPr/>
          <a:lstStyle>
            <a:lvl1pPr marL="0" indent="0">
              <a:buNone/>
              <a:defRPr sz="2400"/>
            </a:lvl1pPr>
            <a:lvl2pPr marL="0" indent="0">
              <a:buNone/>
              <a:defRPr sz="2400"/>
            </a:lvl2pPr>
            <a:lvl3pPr marL="0" indent="0">
              <a:buNone/>
              <a:defRPr sz="2400"/>
            </a:lvl3pPr>
            <a:lvl4pPr marL="0" indent="0">
              <a:buNone/>
              <a:defRPr sz="2400"/>
            </a:lvl4pPr>
            <a:lvl5pPr marL="0" indent="0">
              <a:buFont typeface="Arial" panose="020B0604020202020204" pitchFamily="34" charset="0"/>
              <a:buNone/>
              <a:defRPr sz="2400"/>
            </a:lvl5pPr>
          </a:lstStyle>
          <a:p>
            <a:pPr lvl="0"/>
            <a:r>
              <a:rPr lang="en-US" dirty="0"/>
              <a:t>Click to add subtitle (optional)…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464" y="5189156"/>
            <a:ext cx="2719479" cy="166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46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2485F82-BAA6-4E12-A25C-E4A22D2EB02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0490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2485F82-BAA6-4E12-A25C-E4A22D2EB0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7"/>
          <p:cNvSpPr>
            <a:spLocks noChangeArrowheads="1"/>
          </p:cNvSpPr>
          <p:nvPr userDrawn="1"/>
        </p:nvSpPr>
        <p:spPr bwMode="gray">
          <a:xfrm>
            <a:off x="0" y="0"/>
            <a:ext cx="6096000" cy="6237312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chemeClr val="bg1"/>
              </a:gs>
              <a:gs pos="70000">
                <a:schemeClr val="bg2"/>
              </a:gs>
            </a:gsLst>
            <a:lin ang="5400000" scaled="1"/>
          </a:gradFill>
          <a:ln>
            <a:noFill/>
          </a:ln>
          <a:effectLst/>
        </p:spPr>
        <p:txBody>
          <a:bodyPr wrap="none" lIns="0" tIns="0" rIns="72000" bIns="0" anchor="ctr"/>
          <a:lstStyle/>
          <a:p>
            <a:pPr algn="ctr"/>
            <a:endParaRPr lang="de-DE" sz="1400">
              <a:solidFill>
                <a:srgbClr val="6BD2FF"/>
              </a:solidFill>
            </a:endParaRPr>
          </a:p>
        </p:txBody>
      </p:sp>
      <p:sp>
        <p:nvSpPr>
          <p:cNvPr id="3" name="Body1"/>
          <p:cNvSpPr>
            <a:spLocks noGrp="1"/>
          </p:cNvSpPr>
          <p:nvPr>
            <p:ph type="body" idx="1" hasCustomPrompt="1"/>
          </p:nvPr>
        </p:nvSpPr>
        <p:spPr>
          <a:xfrm>
            <a:off x="6294285" y="3212977"/>
            <a:ext cx="5376929" cy="3168773"/>
          </a:xfrm>
        </p:spPr>
        <p:txBody>
          <a:bodyPr anchor="t"/>
          <a:lstStyle>
            <a:lvl1pPr marL="216000" indent="-216000"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chapter topic…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20787" y="1484314"/>
            <a:ext cx="5376335" cy="1584637"/>
          </a:xfrm>
        </p:spPr>
        <p:txBody>
          <a:bodyPr vert="horz"/>
          <a:lstStyle>
            <a:lvl1pPr algn="r">
              <a:defRPr baseline="0"/>
            </a:lvl1pPr>
          </a:lstStyle>
          <a:p>
            <a:r>
              <a:rPr lang="en-US" noProof="0" dirty="0"/>
              <a:t>Click to add chapter name…</a:t>
            </a:r>
          </a:p>
        </p:txBody>
      </p:sp>
      <p:cxnSp>
        <p:nvCxnSpPr>
          <p:cNvPr id="10" name="Gerade Verbindung 9"/>
          <p:cNvCxnSpPr/>
          <p:nvPr userDrawn="1"/>
        </p:nvCxnSpPr>
        <p:spPr bwMode="gray">
          <a:xfrm>
            <a:off x="6288001" y="2898001"/>
            <a:ext cx="5376924" cy="8175"/>
          </a:xfrm>
          <a:prstGeom prst="line">
            <a:avLst/>
          </a:prstGeom>
          <a:ln w="12700" cap="rnd">
            <a:solidFill>
              <a:schemeClr val="accent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Bildplatzhalter 7"/>
          <p:cNvSpPr>
            <a:spLocks noGrp="1"/>
          </p:cNvSpPr>
          <p:nvPr>
            <p:ph type="pic" sz="quarter" idx="11" hasCustomPrompt="1"/>
          </p:nvPr>
        </p:nvSpPr>
        <p:spPr>
          <a:xfrm>
            <a:off x="6096000" y="1"/>
            <a:ext cx="6096000" cy="2924175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DC6663A-68A6-47CA-99E9-8D50C35590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8905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DC6663A-68A6-47CA-99E9-8D50C35590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454" y="1016000"/>
            <a:ext cx="11155275" cy="53657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141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6" y="1485900"/>
            <a:ext cx="11155276" cy="48958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082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Full Page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1B79284B-854B-4156-B3FE-C8B8A7DB29D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69143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1B79284B-854B-4156-B3FE-C8B8A7DB29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4945" cy="324769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 hasCustomPrompt="1"/>
          </p:nvPr>
        </p:nvSpPr>
        <p:spPr>
          <a:xfrm>
            <a:off x="520453" y="1485900"/>
            <a:ext cx="11155609" cy="4463380"/>
          </a:xfrm>
          <a:noFill/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Click icon to insert chart or table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1" hasCustomPrompt="1"/>
          </p:nvPr>
        </p:nvSpPr>
        <p:spPr>
          <a:xfrm>
            <a:off x="520453" y="6093296"/>
            <a:ext cx="11155609" cy="288032"/>
          </a:xfr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pPr lvl="0"/>
            <a:r>
              <a:rPr lang="en-US" dirty="0"/>
              <a:t>Add chart/table description</a:t>
            </a:r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372CAD24-CA91-46F0-8D23-AFBE2721FE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35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ag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A8214A70-ADFD-4F3F-ADBC-92B21BDFD46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71757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A8214A70-ADFD-4F3F-ADBC-92B21BDFD4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6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51CC508A-9A45-4BFA-AF3D-498236D069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404BC77-937E-4BA7-9E0C-26F3003111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739617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404BC77-937E-4BA7-9E0C-26F3003111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D0A3C469-8B84-4047-B855-082CEF591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708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0"/>
            <a:ext cx="12192000" cy="6054049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52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123" y="188641"/>
            <a:ext cx="9217024" cy="573984"/>
          </a:xfrm>
        </p:spPr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9" name="Body1">
            <a:extLst>
              <a:ext uri="{FF2B5EF4-FFF2-40B4-BE49-F238E27FC236}">
                <a16:creationId xmlns:a16="http://schemas.microsoft.com/office/drawing/2014/main" id="{D7C55B57-542A-4150-B3B6-251BFF73B5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0123" y="3434455"/>
            <a:ext cx="11160001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6EABA4CD-7759-4FA6-B358-524E10C8834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20123" y="3987800"/>
            <a:ext cx="11160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BC268B01-4582-4DB0-B334-C5A959C68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4833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Image Whole Slide Width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680F1FE-6816-47FD-884F-032CA8A830D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54177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680F1FE-6816-47FD-884F-032CA8A830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13ECF7-D5A6-4CC1-9CE0-79A35CE658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 dirty="0"/>
              <a:t>Click to add topic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296E0-1699-4E78-BB44-AA9F0868E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CA04F3C5-3343-4616-8DC6-CBB5DDAAB05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803951"/>
            <a:ext cx="12192000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1" name="Body1">
            <a:extLst>
              <a:ext uri="{FF2B5EF4-FFF2-40B4-BE49-F238E27FC236}">
                <a16:creationId xmlns:a16="http://schemas.microsoft.com/office/drawing/2014/main" id="{76DA7266-7942-40B1-B56C-4D888FA56C0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3434455"/>
            <a:ext cx="3449601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2">
            <a:extLst>
              <a:ext uri="{FF2B5EF4-FFF2-40B4-BE49-F238E27FC236}">
                <a16:creationId xmlns:a16="http://schemas.microsoft.com/office/drawing/2014/main" id="{AB45FB46-F8C4-44E9-B5F7-7F29B25E688B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3434455"/>
            <a:ext cx="3456385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3">
            <a:extLst>
              <a:ext uri="{FF2B5EF4-FFF2-40B4-BE49-F238E27FC236}">
                <a16:creationId xmlns:a16="http://schemas.microsoft.com/office/drawing/2014/main" id="{32379907-2B9C-42A1-942C-94DF947884BD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8214498" y="3434455"/>
            <a:ext cx="3456716" cy="294737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85CAE92-23EC-4A40-8E9A-0DF9991DFE0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4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Images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532200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33063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1758E02F-CB0E-4C81-8989-D0B15562378B}"/>
              </a:ext>
            </a:extLst>
          </p:cNvPr>
          <p:cNvSpPr>
            <a:spLocks noGrp="1"/>
          </p:cNvSpPr>
          <p:nvPr>
            <p:ph type="pic" sz="quarter" idx="102" hasCustomPrompt="1"/>
          </p:nvPr>
        </p:nvSpPr>
        <p:spPr>
          <a:xfrm>
            <a:off x="3066531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EC62C3CB-D2B5-4ED4-86FF-48CCD79279E7}"/>
              </a:ext>
            </a:extLst>
          </p:cNvPr>
          <p:cNvSpPr>
            <a:spLocks noGrp="1"/>
          </p:cNvSpPr>
          <p:nvPr>
            <p:ph type="pic" sz="quarter" idx="103" hasCustomPrompt="1"/>
          </p:nvPr>
        </p:nvSpPr>
        <p:spPr>
          <a:xfrm>
            <a:off x="9199596" y="810493"/>
            <a:ext cx="2988000" cy="2510558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6" name="Body1">
            <a:extLst>
              <a:ext uri="{FF2B5EF4-FFF2-40B4-BE49-F238E27FC236}">
                <a16:creationId xmlns:a16="http://schemas.microsoft.com/office/drawing/2014/main" id="{AD66C3E5-01C2-4242-B613-116668B4E9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375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7" name="Body1">
            <a:extLst>
              <a:ext uri="{FF2B5EF4-FFF2-40B4-BE49-F238E27FC236}">
                <a16:creationId xmlns:a16="http://schemas.microsoft.com/office/drawing/2014/main" id="{F4B2B228-D14D-4BD3-AF48-25FDFA150D9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513374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Body1">
            <a:extLst>
              <a:ext uri="{FF2B5EF4-FFF2-40B4-BE49-F238E27FC236}">
                <a16:creationId xmlns:a16="http://schemas.microsoft.com/office/drawing/2014/main" id="{26205AD7-763E-4A2C-B99F-83EC65E12B1C}"/>
              </a:ext>
            </a:extLst>
          </p:cNvPr>
          <p:cNvSpPr>
            <a:spLocks noGrp="1"/>
          </p:cNvSpPr>
          <p:nvPr>
            <p:ph idx="104" hasCustomPrompt="1"/>
          </p:nvPr>
        </p:nvSpPr>
        <p:spPr>
          <a:xfrm>
            <a:off x="3069911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9" name="Body1">
            <a:extLst>
              <a:ext uri="{FF2B5EF4-FFF2-40B4-BE49-F238E27FC236}">
                <a16:creationId xmlns:a16="http://schemas.microsoft.com/office/drawing/2014/main" id="{03313F0F-AA28-42D7-BE93-95AF64A60F94}"/>
              </a:ext>
            </a:extLst>
          </p:cNvPr>
          <p:cNvSpPr>
            <a:spLocks noGrp="1"/>
          </p:cNvSpPr>
          <p:nvPr>
            <p:ph idx="105"/>
          </p:nvPr>
        </p:nvSpPr>
        <p:spPr>
          <a:xfrm>
            <a:off x="3069910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Body1">
            <a:extLst>
              <a:ext uri="{FF2B5EF4-FFF2-40B4-BE49-F238E27FC236}">
                <a16:creationId xmlns:a16="http://schemas.microsoft.com/office/drawing/2014/main" id="{FDA29E5A-9148-4B97-9132-F88B6CCC2F1C}"/>
              </a:ext>
            </a:extLst>
          </p:cNvPr>
          <p:cNvSpPr>
            <a:spLocks noGrp="1"/>
          </p:cNvSpPr>
          <p:nvPr>
            <p:ph idx="106" hasCustomPrompt="1"/>
          </p:nvPr>
        </p:nvSpPr>
        <p:spPr>
          <a:xfrm>
            <a:off x="6137656" y="3434455"/>
            <a:ext cx="2988000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1" name="Body1">
            <a:extLst>
              <a:ext uri="{FF2B5EF4-FFF2-40B4-BE49-F238E27FC236}">
                <a16:creationId xmlns:a16="http://schemas.microsoft.com/office/drawing/2014/main" id="{94FF3C29-4B46-4EB9-8EC6-71701522E8FE}"/>
              </a:ext>
            </a:extLst>
          </p:cNvPr>
          <p:cNvSpPr>
            <a:spLocks noGrp="1"/>
          </p:cNvSpPr>
          <p:nvPr>
            <p:ph idx="107"/>
          </p:nvPr>
        </p:nvSpPr>
        <p:spPr>
          <a:xfrm>
            <a:off x="6137655" y="3987800"/>
            <a:ext cx="2988000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Body1">
            <a:extLst>
              <a:ext uri="{FF2B5EF4-FFF2-40B4-BE49-F238E27FC236}">
                <a16:creationId xmlns:a16="http://schemas.microsoft.com/office/drawing/2014/main" id="{B9B4420F-E5C1-43B2-9981-12AF867CB239}"/>
              </a:ext>
            </a:extLst>
          </p:cNvPr>
          <p:cNvSpPr>
            <a:spLocks noGrp="1"/>
          </p:cNvSpPr>
          <p:nvPr>
            <p:ph idx="108" hasCustomPrompt="1"/>
          </p:nvPr>
        </p:nvSpPr>
        <p:spPr>
          <a:xfrm>
            <a:off x="9199597" y="3434455"/>
            <a:ext cx="2477714" cy="315674"/>
          </a:xfrm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pPr lvl="0"/>
            <a:r>
              <a:rPr lang="en-US" dirty="0"/>
              <a:t>Click to add </a:t>
            </a:r>
            <a:r>
              <a:rPr lang="en-US" dirty="0" err="1"/>
              <a:t>subheader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23" name="Body1">
            <a:extLst>
              <a:ext uri="{FF2B5EF4-FFF2-40B4-BE49-F238E27FC236}">
                <a16:creationId xmlns:a16="http://schemas.microsoft.com/office/drawing/2014/main" id="{E9B0CB9E-008C-438F-B7BD-4C4800FA77B4}"/>
              </a:ext>
            </a:extLst>
          </p:cNvPr>
          <p:cNvSpPr>
            <a:spLocks noGrp="1"/>
          </p:cNvSpPr>
          <p:nvPr>
            <p:ph idx="109"/>
          </p:nvPr>
        </p:nvSpPr>
        <p:spPr>
          <a:xfrm>
            <a:off x="9199596" y="3987800"/>
            <a:ext cx="2477714" cy="23939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293687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eader, 2 Images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56DF41E9-C8AA-41D6-9820-FCB7DBE43C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10319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56DF41E9-C8AA-41D6-9820-FCB7DBE43C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6" y="188640"/>
            <a:ext cx="9216619" cy="573361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6" y="1016000"/>
            <a:ext cx="11154942" cy="324768"/>
          </a:xfrm>
        </p:spPr>
        <p:txBody>
          <a:bodyPr vert="horz" tIns="0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235" name="Foliennummernplatzhalter 3"/>
          <p:cNvSpPr>
            <a:spLocks noGrp="1"/>
          </p:cNvSpPr>
          <p:nvPr>
            <p:ph type="sldNum" sz="quarter" idx="100"/>
          </p:nvPr>
        </p:nvSpPr>
        <p:spPr>
          <a:xfrm>
            <a:off x="11664000" y="327719"/>
            <a:ext cx="528000" cy="432000"/>
          </a:xfrm>
        </p:spPr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786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5630348-FB6D-4395-80D5-C42E9359A8F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  <p:sp>
        <p:nvSpPr>
          <p:cNvPr id="10" name="Body1">
            <a:extLst>
              <a:ext uri="{FF2B5EF4-FFF2-40B4-BE49-F238E27FC236}">
                <a16:creationId xmlns:a16="http://schemas.microsoft.com/office/drawing/2014/main" id="{46F9472F-1090-49E4-B546-78497BAFE9D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0789" y="4253345"/>
            <a:ext cx="3449601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Body2">
            <a:extLst>
              <a:ext uri="{FF2B5EF4-FFF2-40B4-BE49-F238E27FC236}">
                <a16:creationId xmlns:a16="http://schemas.microsoft.com/office/drawing/2014/main" id="{423F6CB4-7821-4C15-9EF6-46A6A838204F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367808" y="4253345"/>
            <a:ext cx="3456385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Body3">
            <a:extLst>
              <a:ext uri="{FF2B5EF4-FFF2-40B4-BE49-F238E27FC236}">
                <a16:creationId xmlns:a16="http://schemas.microsoft.com/office/drawing/2014/main" id="{79ABB031-FBFA-4A66-A6D1-0AFE3F446C6F}"/>
              </a:ext>
            </a:extLst>
          </p:cNvPr>
          <p:cNvSpPr>
            <a:spLocks noGrp="1"/>
          </p:cNvSpPr>
          <p:nvPr>
            <p:ph sz="quarter" idx="101"/>
          </p:nvPr>
        </p:nvSpPr>
        <p:spPr>
          <a:xfrm>
            <a:off x="8214498" y="4253345"/>
            <a:ext cx="3456716" cy="212848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2DE64520-45FF-42BE-A6A2-7E107410648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160718" y="1489756"/>
            <a:ext cx="6031282" cy="2517100"/>
          </a:xfrm>
        </p:spPr>
        <p:txBody>
          <a:bodyPr tIns="8640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</a:t>
            </a:r>
            <a:r>
              <a:rPr lang="en-US" dirty="0" err="1"/>
              <a:t>to</a:t>
            </a:r>
            <a:r>
              <a:rPr lang="en-US" dirty="0"/>
              <a:t> </a:t>
            </a:r>
            <a:r>
              <a:rPr lang="en-US" dirty="0" err="1"/>
              <a:t>add</a:t>
            </a:r>
            <a:r>
              <a:rPr lang="en-US" dirty="0"/>
              <a:t> </a:t>
            </a:r>
            <a:r>
              <a:rPr lang="en-US" dirty="0" err="1"/>
              <a:t>picture</a:t>
            </a:r>
            <a:r>
              <a:rPr lang="en-US" dirty="0"/>
              <a:t>…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Horizontal Large Table O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B9508AB7-262F-481F-9A76-4941E0BBC7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349921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B9508AB7-262F-481F-9A76-4941E0BBC7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20787" y="188641"/>
            <a:ext cx="9219869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9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55276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3" name="Body1"/>
          <p:cNvSpPr>
            <a:spLocks noGrp="1"/>
          </p:cNvSpPr>
          <p:nvPr>
            <p:ph idx="1"/>
          </p:nvPr>
        </p:nvSpPr>
        <p:spPr>
          <a:xfrm>
            <a:off x="520787" y="1484784"/>
            <a:ext cx="11155276" cy="23042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03" hasCustomPrompt="1"/>
          </p:nvPr>
        </p:nvSpPr>
        <p:spPr>
          <a:xfrm>
            <a:off x="520787" y="3932238"/>
            <a:ext cx="11155276" cy="2449512"/>
          </a:xfrm>
        </p:spPr>
        <p:txBody>
          <a:bodyPr/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dirty="0"/>
              <a:t>Select icon below to add table or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D0217932-A186-4142-9563-9CE9DFC029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975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C07C501-F330-4259-B385-BD329F280D7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94330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C07C501-F330-4259-B385-BD329F280D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60918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8040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2" y="1485900"/>
            <a:ext cx="5388041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1947A15-927D-4B6B-AF4C-80DCBE0CE1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Right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7D15A03-5F14-4E07-A837-5AEE9BC06B4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95734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7D15A03-5F14-4E07-A837-5AEE9BC06B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60585" cy="324768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87708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4" hasCustomPrompt="1"/>
          </p:nvPr>
        </p:nvSpPr>
        <p:spPr>
          <a:xfrm>
            <a:off x="6288020" y="1485900"/>
            <a:ext cx="5388043" cy="4895850"/>
          </a:xfrm>
          <a:noFill/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EF6269C-FFCE-48D9-A7B6-4C22ED1FB6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612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Text,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BEA75627-E942-415D-832D-9B31635DEE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4446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BEA75627-E942-415D-832D-9B31635DEE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73087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1" hasCustomPrompt="1"/>
          </p:nvPr>
        </p:nvSpPr>
        <p:spPr>
          <a:xfrm>
            <a:off x="8214498" y="1485900"/>
            <a:ext cx="3456717" cy="2303140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224" name="Picture Placeholder 223"/>
          <p:cNvSpPr>
            <a:spLocks noGrp="1"/>
          </p:cNvSpPr>
          <p:nvPr>
            <p:ph type="pic" sz="quarter" idx="102" hasCustomPrompt="1"/>
          </p:nvPr>
        </p:nvSpPr>
        <p:spPr>
          <a:xfrm>
            <a:off x="8214498" y="4077072"/>
            <a:ext cx="3456716" cy="2304678"/>
          </a:xfrm>
          <a:noFill/>
        </p:spPr>
        <p:txBody>
          <a:bodyPr/>
          <a:lstStyle>
            <a:lvl1pPr marL="0" indent="0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1F6FFA89-DB55-46CD-A8AD-85C2C3BCE2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4894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E566D51-EF16-4FDE-9D9B-B9A26B555B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153376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E566D51-EF16-4FDE-9D9B-B9A26B555B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64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5377824" cy="230314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6288020" y="1485900"/>
            <a:ext cx="5388043" cy="489585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520454" y="4077072"/>
            <a:ext cx="5388039" cy="2304678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F9DAF8E-D9C0-4670-89C5-0F666AC6AF58}"/>
              </a:ext>
            </a:extLst>
          </p:cNvPr>
          <p:cNvSpPr>
            <a:spLocks noGrp="1"/>
          </p:cNvSpPr>
          <p:nvPr>
            <p:ph type="ftr" sz="quarter" idx="101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F10A8AE-91BB-4651-8DAB-B2E84EFFC4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1290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F10A8AE-91BB-4651-8DAB-B2E84EFFC4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1485900"/>
            <a:ext cx="34622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74281" y="1485900"/>
            <a:ext cx="3456192" cy="4893469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089" y="1485900"/>
            <a:ext cx="3456717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62F65D9C-B27D-4338-9C82-DFE5D2642128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9828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3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1CC40098-CB24-45C9-A192-10D790C9B8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21973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1CC40098-CB24-45C9-A192-10D790C9B8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4" y="1016000"/>
            <a:ext cx="11155275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9"/>
            <a:ext cx="3454982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4368137" y="3140969"/>
            <a:ext cx="3456385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8222418" y="3140969"/>
            <a:ext cx="3456716" cy="3240857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5900"/>
            <a:ext cx="346210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4367808" y="1485900"/>
            <a:ext cx="3460275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8221391" y="1485900"/>
            <a:ext cx="3457415" cy="142869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76929011-784F-421C-B8E6-D5215A51387A}"/>
              </a:ext>
            </a:extLst>
          </p:cNvPr>
          <p:cNvSpPr>
            <a:spLocks noGrp="1"/>
          </p:cNvSpPr>
          <p:nvPr>
            <p:ph type="ftr" sz="quarter" idx="109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63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F3D6664-F77D-4167-9BAD-79386C7B60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929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F3D6664-F77D-4167-9BAD-79386C7B6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 hasCustomPrompt="1"/>
          </p:nvPr>
        </p:nvSpPr>
        <p:spPr>
          <a:xfrm>
            <a:off x="520454" y="1484784"/>
            <a:ext cx="2500578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 hasCustomPrompt="1"/>
          </p:nvPr>
        </p:nvSpPr>
        <p:spPr>
          <a:xfrm>
            <a:off x="3410568" y="1484784"/>
            <a:ext cx="2496277" cy="489654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 hasCustomPrompt="1"/>
          </p:nvPr>
        </p:nvSpPr>
        <p:spPr>
          <a:xfrm>
            <a:off x="6296381" y="1485900"/>
            <a:ext cx="2496277" cy="4895428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 hasCustomPrompt="1"/>
          </p:nvPr>
        </p:nvSpPr>
        <p:spPr>
          <a:xfrm>
            <a:off x="9182194" y="1485900"/>
            <a:ext cx="2496611" cy="4895850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0248A160-E381-45FF-9F6B-8F6A195C2B54}"/>
              </a:ext>
            </a:extLst>
          </p:cNvPr>
          <p:cNvSpPr>
            <a:spLocks noGrp="1"/>
          </p:cNvSpPr>
          <p:nvPr>
            <p:ph type="ftr" sz="quarter" idx="105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1711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4 Columns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8A2EEB13-AA5B-4F03-8289-D66CA01CFB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97513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70" imgH="371" progId="TCLayout.ActiveDocument.1">
                  <p:embed/>
                </p:oleObj>
              </mc:Choice>
              <mc:Fallback>
                <p:oleObj name="think-cell Slide" r:id="rId3" imgW="370" imgH="371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8A2EEB13-AA5B-4F03-8289-D66CA01CFB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el"/>
          <p:cNvSpPr>
            <a:spLocks noGrp="1"/>
          </p:cNvSpPr>
          <p:nvPr>
            <p:ph type="title" hasCustomPrompt="1"/>
          </p:nvPr>
        </p:nvSpPr>
        <p:spPr>
          <a:xfrm>
            <a:off x="520454" y="188641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8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453" y="1016000"/>
            <a:ext cx="11155609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7" name="Body1"/>
          <p:cNvSpPr>
            <a:spLocks noGrp="1"/>
          </p:cNvSpPr>
          <p:nvPr>
            <p:ph sz="quarter" idx="1"/>
          </p:nvPr>
        </p:nvSpPr>
        <p:spPr>
          <a:xfrm>
            <a:off x="520454" y="3140968"/>
            <a:ext cx="2496277" cy="3240782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Body2"/>
          <p:cNvSpPr>
            <a:spLocks noGrp="1"/>
          </p:cNvSpPr>
          <p:nvPr>
            <p:ph sz="quarter" idx="2"/>
          </p:nvPr>
        </p:nvSpPr>
        <p:spPr>
          <a:xfrm>
            <a:off x="3411521" y="3140968"/>
            <a:ext cx="2496277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ody3"/>
          <p:cNvSpPr>
            <a:spLocks noGrp="1"/>
          </p:cNvSpPr>
          <p:nvPr>
            <p:ph sz="quarter" idx="3"/>
          </p:nvPr>
        </p:nvSpPr>
        <p:spPr>
          <a:xfrm>
            <a:off x="6302588" y="3147550"/>
            <a:ext cx="2484819" cy="323420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04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10" name="Body4"/>
          <p:cNvSpPr>
            <a:spLocks noGrp="1"/>
          </p:cNvSpPr>
          <p:nvPr>
            <p:ph sz="quarter" idx="4"/>
          </p:nvPr>
        </p:nvSpPr>
        <p:spPr>
          <a:xfrm>
            <a:off x="9182196" y="3140968"/>
            <a:ext cx="2496609" cy="3240360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6" hasCustomPrompt="1"/>
          </p:nvPr>
        </p:nvSpPr>
        <p:spPr>
          <a:xfrm>
            <a:off x="520454" y="1484784"/>
            <a:ext cx="2496608" cy="144016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07" hasCustomPrompt="1"/>
          </p:nvPr>
        </p:nvSpPr>
        <p:spPr>
          <a:xfrm>
            <a:off x="3412136" y="1484784"/>
            <a:ext cx="2483632" cy="1437010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08" hasCustomPrompt="1"/>
          </p:nvPr>
        </p:nvSpPr>
        <p:spPr>
          <a:xfrm>
            <a:off x="6290842" y="1485900"/>
            <a:ext cx="2496277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09" hasCustomPrompt="1"/>
          </p:nvPr>
        </p:nvSpPr>
        <p:spPr>
          <a:xfrm>
            <a:off x="9182194" y="1485900"/>
            <a:ext cx="2496611" cy="1439044"/>
          </a:xfrm>
          <a:noFill/>
        </p:spPr>
        <p:txBody>
          <a:bodyPr tIns="144000"/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F4E9A129-C01C-49EE-9DEC-99F6C1E3F620}"/>
              </a:ext>
            </a:extLst>
          </p:cNvPr>
          <p:cNvSpPr>
            <a:spLocks noGrp="1"/>
          </p:cNvSpPr>
          <p:nvPr>
            <p:ph type="ftr" sz="quarter" idx="110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965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T: 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21734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1800" b="1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2" name="Headline"/>
          <p:cNvSpPr>
            <a:spLocks noGrp="1"/>
          </p:cNvSpPr>
          <p:nvPr>
            <p:ph type="title" hasCustomPrompt="1"/>
          </p:nvPr>
        </p:nvSpPr>
        <p:spPr>
          <a:xfrm>
            <a:off x="519488" y="190073"/>
            <a:ext cx="9217024" cy="573984"/>
          </a:xfrm>
        </p:spPr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topic</a:t>
            </a:r>
          </a:p>
        </p:txBody>
      </p:sp>
      <p:sp>
        <p:nvSpPr>
          <p:cNvPr id="10" name="Subline"/>
          <p:cNvSpPr>
            <a:spLocks noGrp="1"/>
          </p:cNvSpPr>
          <p:nvPr>
            <p:ph type="title" idx="99" hasCustomPrompt="1"/>
          </p:nvPr>
        </p:nvSpPr>
        <p:spPr>
          <a:xfrm>
            <a:off x="520787" y="1016000"/>
            <a:ext cx="11137900" cy="324769"/>
          </a:xfrm>
        </p:spPr>
        <p:txBody>
          <a:bodyPr vert="horz"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slide summary/conclusion</a:t>
            </a:r>
          </a:p>
        </p:txBody>
      </p:sp>
      <p:sp>
        <p:nvSpPr>
          <p:cNvPr id="8" name="Body1"/>
          <p:cNvSpPr>
            <a:spLocks noGrp="1"/>
          </p:cNvSpPr>
          <p:nvPr>
            <p:ph sz="quarter" idx="2" hasCustomPrompt="1"/>
          </p:nvPr>
        </p:nvSpPr>
        <p:spPr>
          <a:xfrm>
            <a:off x="520787" y="2060576"/>
            <a:ext cx="5400000" cy="172846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4" name="Body2"/>
          <p:cNvSpPr>
            <a:spLocks noGrp="1"/>
          </p:cNvSpPr>
          <p:nvPr>
            <p:ph sz="quarter" idx="4" hasCustomPrompt="1"/>
          </p:nvPr>
        </p:nvSpPr>
        <p:spPr>
          <a:xfrm>
            <a:off x="6278495" y="2060576"/>
            <a:ext cx="5400000" cy="1728192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 baseline="0">
                <a:solidFill>
                  <a:schemeClr val="tx1"/>
                </a:solidFill>
              </a:defRPr>
            </a:lvl1pPr>
            <a:lvl2pPr>
              <a:defRPr sz="1600" baseline="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7" name="Body3"/>
          <p:cNvSpPr>
            <a:spLocks noGrp="1"/>
          </p:cNvSpPr>
          <p:nvPr>
            <p:ph sz="quarter" idx="6" hasCustomPrompt="1"/>
          </p:nvPr>
        </p:nvSpPr>
        <p:spPr>
          <a:xfrm>
            <a:off x="520787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18" name="Body4"/>
          <p:cNvSpPr>
            <a:spLocks noGrp="1"/>
          </p:cNvSpPr>
          <p:nvPr>
            <p:ph sz="quarter" idx="8" hasCustomPrompt="1"/>
          </p:nvPr>
        </p:nvSpPr>
        <p:spPr>
          <a:xfrm>
            <a:off x="6278495" y="4653136"/>
            <a:ext cx="5400000" cy="1728614"/>
          </a:xfrm>
          <a:solidFill>
            <a:schemeClr val="bg1">
              <a:lumMod val="95000"/>
            </a:schemeClr>
          </a:solidFill>
        </p:spPr>
        <p:txBody>
          <a:bodyPr lIns="54000" tIns="36000" rIns="54000" bIns="3600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text…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</p:txBody>
      </p:sp>
      <p:sp>
        <p:nvSpPr>
          <p:cNvPr id="5" name="TitelBalken2"/>
          <p:cNvSpPr>
            <a:spLocks noGrp="1"/>
          </p:cNvSpPr>
          <p:nvPr>
            <p:ph type="body" sz="quarter" idx="3" hasCustomPrompt="1"/>
          </p:nvPr>
        </p:nvSpPr>
        <p:spPr>
          <a:xfrm>
            <a:off x="6278495" y="1484784"/>
            <a:ext cx="5400000" cy="576000"/>
          </a:xfrm>
          <a:solidFill>
            <a:schemeClr val="bg2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5" name="TitelBalken3"/>
          <p:cNvSpPr>
            <a:spLocks noGrp="1"/>
          </p:cNvSpPr>
          <p:nvPr>
            <p:ph type="body" idx="5" hasCustomPrompt="1"/>
          </p:nvPr>
        </p:nvSpPr>
        <p:spPr>
          <a:xfrm>
            <a:off x="520787" y="4077072"/>
            <a:ext cx="5400000" cy="576064"/>
          </a:xfrm>
          <a:solidFill>
            <a:schemeClr val="tx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itelBalken4"/>
          <p:cNvSpPr>
            <a:spLocks noGrp="1"/>
          </p:cNvSpPr>
          <p:nvPr>
            <p:ph type="body" sz="quarter" idx="7" hasCustomPrompt="1"/>
          </p:nvPr>
        </p:nvSpPr>
        <p:spPr>
          <a:xfrm>
            <a:off x="6278495" y="4077072"/>
            <a:ext cx="5400000" cy="576064"/>
          </a:xfrm>
          <a:solidFill>
            <a:schemeClr val="accent6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itelBalken1"/>
          <p:cNvSpPr>
            <a:spLocks noGrp="1"/>
          </p:cNvSpPr>
          <p:nvPr>
            <p:ph type="body" idx="1" hasCustomPrompt="1"/>
          </p:nvPr>
        </p:nvSpPr>
        <p:spPr>
          <a:xfrm>
            <a:off x="520787" y="1484784"/>
            <a:ext cx="5400000" cy="576000"/>
          </a:xfrm>
          <a:solidFill>
            <a:schemeClr val="accent1"/>
          </a:solidFill>
        </p:spPr>
        <p:txBody>
          <a:bodyPr lIns="54000" tIns="36000" rIns="54000" bIns="36000" anchor="t"/>
          <a:lstStyle>
            <a:lvl1pPr marL="0" indent="0">
              <a:buNone/>
              <a:defRPr sz="1600" b="1" baseline="0">
                <a:solidFill>
                  <a:schemeClr val="bg1"/>
                </a:solidFill>
              </a:defRPr>
            </a:lvl1pPr>
            <a:lvl2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2pPr>
            <a:lvl3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3pPr>
            <a:lvl4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4pPr>
            <a:lvl5pPr marL="0" indent="0">
              <a:spcAft>
                <a:spcPts val="0"/>
              </a:spcAft>
              <a:buFont typeface="+mj-lt"/>
              <a:buNone/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102"/>
          </p:nvPr>
        </p:nvSpPr>
        <p:spPr/>
        <p:txBody>
          <a:bodyPr/>
          <a:lstStyle/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9252C0B9-8FAF-4FE6-B5F3-CE5B059C6BC3}"/>
              </a:ext>
            </a:extLst>
          </p:cNvPr>
          <p:cNvSpPr>
            <a:spLocks noGrp="1"/>
          </p:cNvSpPr>
          <p:nvPr>
            <p:ph type="ftr" sz="quarter" idx="103"/>
          </p:nvPr>
        </p:nvSpPr>
        <p:spPr>
          <a:xfrm>
            <a:off x="520454" y="6645600"/>
            <a:ext cx="11155275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325" userDrawn="1">
          <p15:clr>
            <a:srgbClr val="FBAE40"/>
          </p15:clr>
        </p15:guide>
        <p15:guide id="4" pos="735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: Do no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527051" y="404581"/>
            <a:ext cx="11137900" cy="59771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200" noProof="0" dirty="0">
                <a:solidFill>
                  <a:schemeClr val="accent4"/>
                </a:solidFill>
              </a:rPr>
              <a:t>End master</a:t>
            </a:r>
            <a:endParaRPr lang="en-US" sz="7200" noProof="0" dirty="0">
              <a:solidFill>
                <a:schemeClr val="tx1"/>
              </a:solidFill>
            </a:endParaRPr>
          </a:p>
          <a:p>
            <a:pPr algn="ctr"/>
            <a:r>
              <a:rPr lang="en-US" sz="7200" noProof="0" dirty="0">
                <a:solidFill>
                  <a:schemeClr val="tx1"/>
                </a:solidFill>
              </a:rPr>
              <a:t>Delete all layouts</a:t>
            </a:r>
            <a:r>
              <a:rPr lang="en-US" sz="7200" baseline="0" noProof="0" dirty="0">
                <a:solidFill>
                  <a:schemeClr val="tx1"/>
                </a:solidFill>
              </a:rPr>
              <a:t> after this layout!</a:t>
            </a:r>
            <a:endParaRPr lang="en-US" sz="72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3798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2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ags" Target="../tags/tag2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/>
          <p:cNvGraphicFramePr>
            <a:graphicFrameLocks noChangeAspect="1"/>
          </p:cNvGraphicFramePr>
          <p:nvPr userDrawn="1">
            <p:custDataLst>
              <p:tags r:id="rId27"/>
            </p:custDataLst>
            <p:extLst>
              <p:ext uri="{D42A27DB-BD31-4B8C-83A1-F6EECF244321}">
                <p14:modId xmlns:p14="http://schemas.microsoft.com/office/powerpoint/2010/main" val="1552908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9" imgW="395" imgH="394" progId="TCLayout.ActiveDocument.1">
                  <p:embed/>
                </p:oleObj>
              </mc:Choice>
              <mc:Fallback>
                <p:oleObj name="think-cell Slide" r:id="rId29" imgW="395" imgH="394" progId="TCLayout.ActiveDocument.1">
                  <p:embed/>
                  <p:pic>
                    <p:nvPicPr>
                      <p:cNvPr id="9" name="Object 8" hidden="1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marL="0" lvl="0" indent="0" algn="ctr" eaLnBrk="1"/>
            <a:endParaRPr lang="en-US" sz="2400" b="0" i="0" baseline="0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7" name="Rectangle 52"/>
          <p:cNvSpPr>
            <a:spLocks noChangeArrowheads="1"/>
          </p:cNvSpPr>
          <p:nvPr/>
        </p:nvSpPr>
        <p:spPr bwMode="gray">
          <a:xfrm>
            <a:off x="0" y="1"/>
            <a:ext cx="12192000" cy="76491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bg2"/>
              </a:gs>
            </a:gsLst>
            <a:lin ang="0" scaled="1"/>
          </a:gra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en-US" sz="140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20454" y="188641"/>
            <a:ext cx="9217024" cy="573984"/>
          </a:xfrm>
          <a:prstGeom prst="rect">
            <a:avLst/>
          </a:prstGeom>
        </p:spPr>
        <p:txBody>
          <a:bodyPr vert="horz" lIns="0" tIns="0" rIns="0" bIns="72000" rtlCol="0" anchor="b" anchorCtr="0">
            <a:noAutofit/>
          </a:bodyPr>
          <a:lstStyle/>
          <a:p>
            <a:r>
              <a:rPr lang="en-US" dirty="0"/>
              <a:t>Click to add topic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20123" y="1485900"/>
            <a:ext cx="11160000" cy="48958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Level 2</a:t>
            </a:r>
          </a:p>
          <a:p>
            <a:pPr lvl="2"/>
            <a:r>
              <a:rPr lang="en-US" dirty="0"/>
              <a:t>Level 3</a:t>
            </a:r>
          </a:p>
          <a:p>
            <a:pPr lvl="3"/>
            <a:r>
              <a:rPr lang="en-US" dirty="0"/>
              <a:t>Level 4</a:t>
            </a:r>
          </a:p>
          <a:p>
            <a:pPr lvl="4"/>
            <a:r>
              <a:rPr lang="en-US" dirty="0"/>
              <a:t>Level 5</a:t>
            </a:r>
          </a:p>
          <a:p>
            <a:pPr lvl="5"/>
            <a:r>
              <a:rPr lang="en-US" dirty="0"/>
              <a:t>Level 6</a:t>
            </a:r>
          </a:p>
          <a:p>
            <a:pPr lvl="6"/>
            <a:r>
              <a:rPr lang="en-US" dirty="0"/>
              <a:t>Level 7</a:t>
            </a:r>
          </a:p>
          <a:p>
            <a:pPr lvl="7"/>
            <a:r>
              <a:rPr lang="en-US" dirty="0"/>
              <a:t>Level 8</a:t>
            </a:r>
          </a:p>
          <a:p>
            <a:pPr lvl="8"/>
            <a:r>
              <a:rPr lang="en-US" dirty="0"/>
              <a:t>Level 9</a:t>
            </a:r>
          </a:p>
        </p:txBody>
      </p:sp>
      <p:cxnSp>
        <p:nvCxnSpPr>
          <p:cNvPr id="8" name="Gerade Verbindung 7"/>
          <p:cNvCxnSpPr/>
          <p:nvPr/>
        </p:nvCxnSpPr>
        <p:spPr bwMode="gray">
          <a:xfrm flipV="1">
            <a:off x="11672364" y="466863"/>
            <a:ext cx="0" cy="2889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520123" y="6645600"/>
            <a:ext cx="11160000" cy="15120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For internal use - Confidential</a:t>
            </a:r>
            <a:endParaRPr lang="en-US" dirty="0"/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10328725" y="486214"/>
            <a:ext cx="1211262" cy="138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Foliennummernplatzhalter 3">
            <a:extLst>
              <a:ext uri="{FF2B5EF4-FFF2-40B4-BE49-F238E27FC236}">
                <a16:creationId xmlns:a16="http://schemas.microsoft.com/office/drawing/2014/main" id="{17F9C0D6-3904-4581-8748-E01E8F1D57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4000" y="327719"/>
            <a:ext cx="528000" cy="432000"/>
          </a:xfrm>
          <a:prstGeom prst="rect">
            <a:avLst/>
          </a:prstGeom>
        </p:spPr>
        <p:txBody>
          <a:bodyPr vert="horz" lIns="72000" tIns="0" rIns="0" bIns="100800" rtlCol="0" anchor="b" anchorCtr="0"/>
          <a:lstStyle>
            <a:lvl1pPr algn="l">
              <a:defRPr sz="1420">
                <a:solidFill>
                  <a:schemeClr val="bg1"/>
                </a:solidFill>
              </a:defRPr>
            </a:lvl1pPr>
          </a:lstStyle>
          <a:p>
            <a:fld id="{2B2B68EE-DD1E-4368-AFCE-24A50EC7BF18}" type="slidenum">
              <a:rPr lang="en-US" noProof="1" smtClean="0"/>
              <a:pPr/>
              <a:t>‹#›</a:t>
            </a:fld>
            <a:endParaRPr 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1" r:id="rId2"/>
    <p:sldLayoutId id="2147483682" r:id="rId3"/>
    <p:sldLayoutId id="2147483663" r:id="rId4"/>
    <p:sldLayoutId id="2147483679" r:id="rId5"/>
    <p:sldLayoutId id="2147483689" r:id="rId6"/>
    <p:sldLayoutId id="2147483684" r:id="rId7"/>
    <p:sldLayoutId id="2147483666" r:id="rId8"/>
    <p:sldLayoutId id="2147483680" r:id="rId9"/>
    <p:sldLayoutId id="2147483687" r:id="rId10"/>
    <p:sldLayoutId id="2147483685" r:id="rId11"/>
    <p:sldLayoutId id="2147483686" r:id="rId12"/>
    <p:sldLayoutId id="2147483690" r:id="rId13"/>
    <p:sldLayoutId id="2147483662" r:id="rId14"/>
    <p:sldLayoutId id="2147483673" r:id="rId15"/>
    <p:sldLayoutId id="2147483664" r:id="rId16"/>
    <p:sldLayoutId id="2147483675" r:id="rId17"/>
    <p:sldLayoutId id="2147483677" r:id="rId18"/>
    <p:sldLayoutId id="2147483678" r:id="rId19"/>
    <p:sldLayoutId id="2147483669" r:id="rId20"/>
    <p:sldLayoutId id="2147483683" r:id="rId21"/>
    <p:sldLayoutId id="2147483672" r:id="rId22"/>
    <p:sldLayoutId id="2147483674" r:id="rId23"/>
    <p:sldLayoutId id="2147483665" r:id="rId24"/>
    <p:sldLayoutId id="2147483676" r:id="rId25"/>
  </p:sldLayoutIdLst>
  <p:hf hdr="0" dt="0"/>
  <p:txStyles>
    <p:titleStyle>
      <a:lvl1pPr algn="l" defTabSz="914400" rtl="0" eaLnBrk="1" latinLnBrk="0" hangingPunct="1">
        <a:lnSpc>
          <a:spcPts val="2600"/>
        </a:lnSpc>
        <a:spcBef>
          <a:spcPct val="0"/>
        </a:spcBef>
        <a:buNone/>
        <a:defRPr sz="240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179388" indent="-179388" algn="l" defTabSz="914400" rtl="0" eaLnBrk="1" latinLnBrk="0" hangingPunct="1">
        <a:spcBef>
          <a:spcPts val="400"/>
        </a:spcBef>
        <a:spcAft>
          <a:spcPts val="600"/>
        </a:spcAft>
        <a:buClr>
          <a:schemeClr val="accent1"/>
        </a:buClr>
        <a:buFont typeface="Wingdings" pitchFamily="2" charset="2"/>
        <a:buChar char="§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58775" indent="-179388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1338" indent="-184150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715963" indent="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73150" indent="-174625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anose="020B06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255713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431925" indent="-17621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614488" indent="-182563" algn="l" defTabSz="914400" rtl="0" eaLnBrk="1" latinLnBrk="0" hangingPunct="1">
        <a:spcBef>
          <a:spcPts val="0"/>
        </a:spcBef>
        <a:spcAft>
          <a:spcPts val="400"/>
        </a:spcAft>
        <a:buClr>
          <a:schemeClr val="accent1"/>
        </a:buClr>
        <a:buFont typeface="Arial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5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20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4" progId="TCLayout.ActiveDocument.1">
                  <p:embed/>
                </p:oleObj>
              </mc:Choice>
              <mc:Fallback>
                <p:oleObj name="think-cell Slide" r:id="rId4" imgW="395" imgH="394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/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lIns="0" tIns="0" rIns="0" bIns="0" rtlCol="0" anchor="ctr"/>
          <a:lstStyle/>
          <a:p>
            <a:pPr algn="ctr"/>
            <a:endParaRPr lang="en-US" sz="3200" b="1" dirty="0" err="1">
              <a:solidFill>
                <a:schemeClr val="bg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DD7B26-2CB3-4032-8F9B-28AE6F5058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Place</a:t>
            </a:r>
          </a:p>
          <a:p>
            <a:r>
              <a:rPr lang="en-US" dirty="0"/>
              <a:t>Date/Author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FC9B3CF-D017-4CF1-BB5E-7BB514D90D0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25720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1198012" y="1485900"/>
            <a:ext cx="12375443" cy="491500"/>
            <a:chOff x="1198012" y="1485900"/>
            <a:chExt cx="12375443" cy="491500"/>
          </a:xfrm>
        </p:grpSpPr>
        <p:sp>
          <p:nvSpPr>
            <p:cNvPr id="4" name="Gleichschenkliges Dreieck 3"/>
            <p:cNvSpPr/>
            <p:nvPr/>
          </p:nvSpPr>
          <p:spPr>
            <a:xfrm rot="16200000">
              <a:off x="12335904" y="1623636"/>
              <a:ext cx="287874" cy="2160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hteck 19"/>
            <p:cNvSpPr/>
            <p:nvPr/>
          </p:nvSpPr>
          <p:spPr>
            <a:xfrm>
              <a:off x="1198012" y="1485900"/>
              <a:ext cx="10501811" cy="4915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 b="1" dirty="0"/>
            </a:p>
          </p:txBody>
        </p:sp>
        <p:sp>
          <p:nvSpPr>
            <p:cNvPr id="16" name="Rechteck 15"/>
            <p:cNvSpPr/>
            <p:nvPr/>
          </p:nvSpPr>
          <p:spPr>
            <a:xfrm>
              <a:off x="12637325" y="1531740"/>
              <a:ext cx="936130" cy="39982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36000" bIns="0" rtlCol="0" anchor="ctr"/>
            <a:lstStyle/>
            <a:p>
              <a:r>
                <a:rPr lang="en-US" sz="800" dirty="0">
                  <a:solidFill>
                    <a:schemeClr val="tx1"/>
                  </a:solidFill>
                </a:rPr>
                <a:t>To shift Highlight</a:t>
              </a:r>
            </a:p>
            <a:p>
              <a:r>
                <a:rPr lang="en-US" sz="800" dirty="0">
                  <a:solidFill>
                    <a:schemeClr val="tx1"/>
                  </a:solidFill>
                </a:rPr>
                <a:t>Click the arrow, press shift key and move top or bottom</a:t>
              </a: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527050" y="6645600"/>
            <a:ext cx="11137900" cy="151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For internal use - Confidential</a:t>
            </a:r>
            <a:endParaRPr lang="en-US" dirty="0"/>
          </a:p>
        </p:txBody>
      </p:sp>
      <p:graphicFrame>
        <p:nvGraphicFramePr>
          <p:cNvPr id="8" name="Inhaltsplatzhalt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020365486"/>
              </p:ext>
            </p:extLst>
          </p:nvPr>
        </p:nvGraphicFramePr>
        <p:xfrm>
          <a:off x="497066" y="1477762"/>
          <a:ext cx="11202757" cy="4536000"/>
        </p:xfrm>
        <a:graphic>
          <a:graphicData uri="http://schemas.openxmlformats.org/drawingml/2006/table">
            <a:tbl>
              <a:tblPr firstRow="1" firstCol="1" bandRow="1">
                <a:solidFill>
                  <a:srgbClr val="FFFFFF">
                    <a:alpha val="20000"/>
                  </a:srgbClr>
                </a:solidFill>
              </a:tblPr>
              <a:tblGrid>
                <a:gridCol w="676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26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algn="ctr"/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baseline="0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35742" marR="714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b="1" noProof="0" dirty="0"/>
                    </a:p>
                  </a:txBody>
                  <a:tcPr marL="90784" marR="90784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blipFill dpi="0" rotWithShape="1">
                      <a:blip r:embed="rId3">
                        <a:alphaModFix amt="40000"/>
                      </a:blip>
                      <a:srcRect/>
                      <a:stretch>
                        <a:fillRect/>
                      </a:stretch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1862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DFACD-E6DF-4856-803D-57F7620A4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31A5F5-F648-4053-B70C-5EB6A125F95A}"/>
              </a:ext>
            </a:extLst>
          </p:cNvPr>
          <p:cNvSpPr>
            <a:spLocks noGrp="1"/>
          </p:cNvSpPr>
          <p:nvPr>
            <p:ph type="title" idx="99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A41B4-6CC1-4B5E-935C-53AB705B83E2}"/>
              </a:ext>
            </a:extLst>
          </p:cNvPr>
          <p:cNvSpPr>
            <a:spLocks noGrp="1"/>
          </p:cNvSpPr>
          <p:nvPr>
            <p:ph type="sldNum" sz="quarter" idx="100"/>
          </p:nvPr>
        </p:nvSpPr>
        <p:spPr/>
        <p:txBody>
          <a:bodyPr/>
          <a:lstStyle/>
          <a:p>
            <a:fld id="{2B2B68EE-DD1E-4368-AFCE-24A50EC7BF1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FAB5C-4DB3-4604-A68E-243945B1E0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For internal use - Confidential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FF026BF-CF03-0302-8505-346A230F7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18437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s5uiHu5zdwM59R52ZEx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grdrqVoeX2ywA4Mq.l9I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6NYFKDxYUOOjb5ONPuTRA"/>
</p:tagLst>
</file>

<file path=ppt/theme/theme1.xml><?xml version="1.0" encoding="utf-8"?>
<a:theme xmlns:a="http://schemas.openxmlformats.org/drawingml/2006/main" name="Blank Final 2023-03-23">
  <a:themeElements>
    <a:clrScheme name="METTLER TOLEDO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56A410"/>
      </a:accent1>
      <a:accent2>
        <a:srgbClr val="004696"/>
      </a:accent2>
      <a:accent3>
        <a:srgbClr val="3399FF"/>
      </a:accent3>
      <a:accent4>
        <a:srgbClr val="97CBFF"/>
      </a:accent4>
      <a:accent5>
        <a:srgbClr val="BEF38E"/>
      </a:accent5>
      <a:accent6>
        <a:srgbClr val="E69400"/>
      </a:accent6>
      <a:hlink>
        <a:srgbClr val="004696"/>
      </a:hlink>
      <a:folHlink>
        <a:srgbClr val="97CBFF"/>
      </a:folHlink>
    </a:clrScheme>
    <a:fontScheme name="Arial-Fo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Mettler-Toledo-Master">
      <a:fillStyleLst>
        <a:solidFill>
          <a:schemeClr val="phClr"/>
        </a:solidFill>
        <a:solidFill>
          <a:schemeClr val="phClr"/>
        </a:solidFill>
        <a:gradFill>
          <a:gsLst>
            <a:gs pos="0">
              <a:schemeClr val="phClr">
                <a:tint val="100000"/>
                <a:shade val="50000"/>
                <a:satMod val="130000"/>
              </a:schemeClr>
            </a:gs>
            <a:gs pos="80000">
              <a:schemeClr val="phClr">
                <a:tint val="100000"/>
                <a:shade val="90000"/>
                <a:alpha val="100000"/>
                <a:satMod val="130000"/>
              </a:schemeClr>
            </a:gs>
            <a:gs pos="100000">
              <a:schemeClr val="phClr">
                <a:tint val="100000"/>
                <a:shade val="100000"/>
                <a:alpha val="100000"/>
                <a:satMod val="130000"/>
              </a:schemeClr>
            </a:gs>
          </a:gsLst>
          <a:lin ang="16200000" scaled="1"/>
        </a:gradFill>
      </a:fillStyleLst>
      <a:lnStyleLst>
        <a:ln w="6350" cap="flat" cmpd="sng" algn="ctr">
          <a:solidFill>
            <a:schemeClr val="phClr">
              <a:satMod val="150000"/>
            </a:schemeClr>
          </a:solidFill>
          <a:prstDash val="solid"/>
        </a:ln>
        <a:ln w="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5" dist="25400" dir="5400000" algn="bl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4"/>
        </a:lnRef>
        <a:fillRef idx="1">
          <a:schemeClr val="lt1"/>
        </a:fillRef>
        <a:effectRef idx="0">
          <a:schemeClr val="accent4"/>
        </a:effectRef>
        <a:fontRef idx="minor">
          <a:schemeClr val="dk1"/>
        </a:fontRef>
      </a:style>
    </a:spDef>
    <a:lnDef>
      <a:spPr>
        <a:ln w="6350">
          <a:solidFill>
            <a:schemeClr val="bg1">
              <a:lumMod val="65000"/>
            </a:schemeClr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176213" indent="-176213" algn="l">
          <a:spcBef>
            <a:spcPts val="400"/>
          </a:spcBef>
          <a:spcAft>
            <a:spcPts val="600"/>
          </a:spcAft>
          <a:buClr>
            <a:schemeClr val="accent1"/>
          </a:buClr>
          <a:buFont typeface="Wingdings" panose="05000000000000000000" pitchFamily="2" charset="2"/>
          <a:buChar char="§"/>
          <a:defRPr sz="1600" dirty="0" smtClean="0"/>
        </a:defPPr>
      </a:lstStyle>
    </a:txDef>
  </a:objectDefaults>
  <a:extraClrSchemeLst/>
  <a:custClrLst>
    <a:custClr name="MT Green">
      <a:srgbClr val="56A410"/>
    </a:custClr>
    <a:custClr name="MT Blue">
      <a:srgbClr val="004696"/>
    </a:custClr>
    <a:custClr name="MT Cyan">
      <a:srgbClr val="3399FF"/>
    </a:custClr>
  </a:custClrLst>
  <a:extLst>
    <a:ext uri="{05A4C25C-085E-4340-85A3-A5531E510DB2}">
      <thm15:themeFamily xmlns:thm15="http://schemas.microsoft.com/office/thememl/2012/main" name="Presentation1" id="{31CBCB01-0CF0-4F99-B1A1-D255C2082704}" vid="{D39F59CA-1FF9-4DAC-887E-4EBD4234074D}"/>
    </a:ext>
  </a:extLst>
</a:theme>
</file>

<file path=ppt/theme/theme2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Mettler-Toledo-Colors">
      <a:dk1>
        <a:srgbClr val="004696"/>
      </a:dk1>
      <a:lt1>
        <a:srgbClr val="FFFFFF"/>
      </a:lt1>
      <a:dk2>
        <a:srgbClr val="FFFFFF"/>
      </a:dk2>
      <a:lt2>
        <a:srgbClr val="3399FF"/>
      </a:lt2>
      <a:accent1>
        <a:srgbClr val="004696"/>
      </a:accent1>
      <a:accent2>
        <a:srgbClr val="3399FF"/>
      </a:accent2>
      <a:accent3>
        <a:srgbClr val="93CCFF"/>
      </a:accent3>
      <a:accent4>
        <a:srgbClr val="60B612"/>
      </a:accent4>
      <a:accent5>
        <a:srgbClr val="CCF595"/>
      </a:accent5>
      <a:accent6>
        <a:srgbClr val="E69400"/>
      </a:accent6>
      <a:hlink>
        <a:srgbClr val="004696"/>
      </a:hlink>
      <a:folHlink>
        <a:srgbClr val="70B711"/>
      </a:folHlink>
    </a:clrScheme>
    <a:fontScheme name="Arial-Font">
      <a:maj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971f16f-cdf9-4332-a5b6-e4a306968cef">
      <Terms xmlns="http://schemas.microsoft.com/office/infopath/2007/PartnerControls"/>
    </lcf76f155ced4ddcb4097134ff3c332f>
    <TaxCatchAll xmlns="e842abd1-4f00-4400-a191-bab745fedcf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3FA22B4098D9CD44853ACF87C2864AA6" ma:contentTypeVersion="22" ma:contentTypeDescription="新建文档。" ma:contentTypeScope="" ma:versionID="eec5fc4ce64cb98fee8ee586c5d36c22">
  <xsd:schema xmlns:xsd="http://www.w3.org/2001/XMLSchema" xmlns:xs="http://www.w3.org/2001/XMLSchema" xmlns:p="http://schemas.microsoft.com/office/2006/metadata/properties" xmlns:ns2="e842abd1-4f00-4400-a191-bab745fedcfd" xmlns:ns3="b971f16f-cdf9-4332-a5b6-e4a306968cef" targetNamespace="http://schemas.microsoft.com/office/2006/metadata/properties" ma:root="true" ma:fieldsID="26104fc75b56f0fd1b77b43ef19cbf82" ns2:_="" ns3:_="">
    <xsd:import namespace="e842abd1-4f00-4400-a191-bab745fedcfd"/>
    <xsd:import namespace="b971f16f-cdf9-4332-a5b6-e4a306968ce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ObjectDetectorVersions" minOccurs="0"/>
                <xsd:element ref="ns3:MediaServiceSearchPropertie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42abd1-4f00-4400-a191-bab745fedcfd" elementFormDefault="qualified">
    <xsd:import namespace="http://schemas.microsoft.com/office/2006/documentManagement/types"/>
    <xsd:import namespace="http://schemas.microsoft.com/office/infopath/2007/PartnerControls"/>
    <xsd:element name="SharedWithUsers" ma:index="4" nillable="true" ma:displayName="共享对象: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享对象详细信息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38c921a-64b5-46b0-82df-6365a78b031c}" ma:internalName="TaxCatchAll" ma:showField="CatchAllData" ma:web="e842abd1-4f00-4400-a191-bab745fedc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71f16f-cdf9-4332-a5b6-e4a306968c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3" nillable="true" ma:taxonomy="true" ma:internalName="lcf76f155ced4ddcb4097134ff3c332f" ma:taxonomyFieldName="MediaServiceImageTags" ma:displayName="图像标记" ma:readOnly="false" ma:fieldId="{5cf76f15-5ced-4ddc-b409-7134ff3c332f}" ma:taxonomyMulti="true" ma:sspId="ae29fd97-47e2-4dd7-9344-6a601f8ae0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内容类型"/>
        <xsd:element ref="dc:title" minOccurs="0" maxOccurs="1" ma:index="3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E1F72C-9683-425D-A8D1-53571179C666}">
  <ds:schemaRefs>
    <ds:schemaRef ds:uri="31f64264-feeb-4cc0-8cdd-1351f7f56b20"/>
    <ds:schemaRef ds:uri="http://schemas.microsoft.com/office/2006/documentManagement/types"/>
    <ds:schemaRef ds:uri="http://purl.org/dc/terms/"/>
    <ds:schemaRef ds:uri="http://purl.org/dc/dcmitype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b971f16f-cdf9-4332-a5b6-e4a306968cef"/>
    <ds:schemaRef ds:uri="e842abd1-4f00-4400-a191-bab745fedcfd"/>
  </ds:schemaRefs>
</ds:datastoreItem>
</file>

<file path=customXml/itemProps2.xml><?xml version="1.0" encoding="utf-8"?>
<ds:datastoreItem xmlns:ds="http://schemas.openxmlformats.org/officeDocument/2006/customXml" ds:itemID="{ED6215A6-A98E-4584-8FB5-A453AFB5FE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42abd1-4f00-4400-a191-bab745fedcfd"/>
    <ds:schemaRef ds:uri="b971f16f-cdf9-4332-a5b6-e4a306968c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C3FB36-E859-4F88-BF97-F54A5559588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44</Words>
  <Application>Microsoft Macintosh PowerPoint</Application>
  <PresentationFormat>宽屏</PresentationFormat>
  <Paragraphs>20</Paragraphs>
  <Slides>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Arial</vt:lpstr>
      <vt:lpstr>Wingdings</vt:lpstr>
      <vt:lpstr>Blank Final 2023-03-23</vt:lpstr>
      <vt:lpstr>think-cell Slide</vt:lpstr>
      <vt:lpstr>Presentation Title</vt:lpstr>
      <vt:lpstr>Agenda</vt:lpstr>
      <vt:lpstr>PowerPoint 演示文稿</vt:lpstr>
    </vt:vector>
  </TitlesOfParts>
  <Manager/>
  <Company>Mettler Toledo International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PPT Template 2023</dc:title>
  <dc:creator>METTLER TOLEDO Group Communications</dc:creator>
  <cp:lastModifiedBy>Shi YuJie MTCT</cp:lastModifiedBy>
  <cp:revision>3</cp:revision>
  <dcterms:created xsi:type="dcterms:W3CDTF">2021-07-12T11:39:32Z</dcterms:created>
  <dcterms:modified xsi:type="dcterms:W3CDTF">2026-07-31T07:53:00Z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f615ef3-aa90-4fa2-9d66-c4f70f9fc413_Enabled">
    <vt:lpwstr>true</vt:lpwstr>
  </property>
  <property fmtid="{D5CDD505-2E9C-101B-9397-08002B2CF9AE}" pid="3" name="MSIP_Label_af615ef3-aa90-4fa2-9d66-c4f70f9fc413_SetDate">
    <vt:lpwstr>2021-07-12T11:39:35Z</vt:lpwstr>
  </property>
  <property fmtid="{D5CDD505-2E9C-101B-9397-08002B2CF9AE}" pid="4" name="MSIP_Label_af615ef3-aa90-4fa2-9d66-c4f70f9fc413_Method">
    <vt:lpwstr>Standard</vt:lpwstr>
  </property>
  <property fmtid="{D5CDD505-2E9C-101B-9397-08002B2CF9AE}" pid="5" name="MSIP_Label_af615ef3-aa90-4fa2-9d66-c4f70f9fc413_Name">
    <vt:lpwstr>Confidential</vt:lpwstr>
  </property>
  <property fmtid="{D5CDD505-2E9C-101B-9397-08002B2CF9AE}" pid="6" name="MSIP_Label_af615ef3-aa90-4fa2-9d66-c4f70f9fc413_SiteId">
    <vt:lpwstr>fb4c0aee-6cd2-482f-a1a5-717e7c02496b</vt:lpwstr>
  </property>
  <property fmtid="{D5CDD505-2E9C-101B-9397-08002B2CF9AE}" pid="7" name="MSIP_Label_af615ef3-aa90-4fa2-9d66-c4f70f9fc413_ActionId">
    <vt:lpwstr>8d842dae-99ec-4fa6-9f85-0e9e295c8a06</vt:lpwstr>
  </property>
  <property fmtid="{D5CDD505-2E9C-101B-9397-08002B2CF9AE}" pid="8" name="MSIP_Label_af615ef3-aa90-4fa2-9d66-c4f70f9fc413_ContentBits">
    <vt:lpwstr>0</vt:lpwstr>
  </property>
  <property fmtid="{D5CDD505-2E9C-101B-9397-08002B2CF9AE}" pid="9" name="ContentTypeId">
    <vt:lpwstr>0x0101003FA22B4098D9CD44853ACF87C2864AA6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1" visible="true"/>
        <mso:separator idQ="doc:sep2" visible="true"/>
        <mso:control idQ="mso:FileProperties" visible="true"/>
        <mso:control idQ="mso:GridSettings" visible="true"/>
        <mso:control idQ="mso:HeaderFooterInsert" visible="true"/>
        <mso:separator idQ="doc:sep3" visible="true"/>
        <mso:control idQ="mso:SlideNewGallery" visible="true"/>
        <mso:control idQ="mso:SlideLayoutGallery" visible="true"/>
        <mso:separator idQ="doc:sep6" visible="true"/>
        <mso:control idQ="mso:OutlineDemote" visible="true"/>
        <mso:control idQ="mso:OutlinePromote" visible="true"/>
        <mso:separator idQ="doc:sep4" visible="true"/>
        <mso:separator idQ="doc:sep5" visible="true"/>
      </mso:documentControls>
    </mso:qat>
  </mso:ribbon>
</mso:customUI>
</file>